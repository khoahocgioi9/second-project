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8" r:id="rId4"/>
  </p:sldMasterIdLst>
  <p:notesMasterIdLst>
    <p:notesMasterId r:id="rId9"/>
  </p:notesMasterIdLst>
  <p:sldIdLst>
    <p:sldId id="256" r:id="rId5"/>
    <p:sldId id="257" r:id="rId6"/>
    <p:sldId id="258" r:id="rId7"/>
    <p:sldId id="259" r:id="rId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6" autoAdjust="0"/>
    <p:restoredTop sz="94660"/>
  </p:normalViewPr>
  <p:slideViewPr>
    <p:cSldViewPr snapToGrid="0">
      <p:cViewPr varScale="1">
        <p:scale>
          <a:sx n="114" d="100"/>
          <a:sy n="114" d="100"/>
        </p:scale>
        <p:origin x="2106"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theme" Target="theme/theme1.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viewProps" Target="viewProps.xml"/><Relationship Id="rId5" Type="http://schemas.openxmlformats.org/officeDocument/2006/relationships/slide" Target="slides/slide1.xml"/><Relationship Id="rId10"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4F48021-C972-4114-9A7F-6F341AF6154F}" type="datetimeFigureOut">
              <a:rPr lang="en-US" smtClean="0"/>
              <a:t>15-Nov-20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2E58F71-3567-4B10-9A6E-56CB20FBE366}" type="slidenum">
              <a:rPr lang="en-US" smtClean="0"/>
              <a:t>‹#›</a:t>
            </a:fld>
            <a:endParaRPr lang="en-US"/>
          </a:p>
        </p:txBody>
      </p:sp>
    </p:spTree>
    <p:extLst>
      <p:ext uri="{BB962C8B-B14F-4D97-AF65-F5344CB8AC3E}">
        <p14:creationId xmlns:p14="http://schemas.microsoft.com/office/powerpoint/2010/main" val="4538046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2">
        <a:schemeClr val="bg2"/>
      </p:bgRef>
    </p:bg>
    <p:spTree>
      <p:nvGrpSpPr>
        <p:cNvPr id="1" name=""/>
        <p:cNvGrpSpPr/>
        <p:nvPr/>
      </p:nvGrpSpPr>
      <p:grpSpPr>
        <a:xfrm>
          <a:off x="0" y="0"/>
          <a:ext cx="0" cy="0"/>
          <a:chOff x="0" y="0"/>
          <a:chExt cx="0" cy="0"/>
        </a:xfrm>
      </p:grpSpPr>
      <p:sp>
        <p:nvSpPr>
          <p:cNvPr id="16" name="Rectangle 15"/>
          <p:cNvSpPr/>
          <p:nvPr/>
        </p:nvSpPr>
        <p:spPr>
          <a:xfrm>
            <a:off x="0" y="0"/>
            <a:ext cx="12192000" cy="6858000"/>
          </a:xfrm>
          <a:prstGeom prst="rect">
            <a:avLst/>
          </a:prstGeom>
          <a:blipFill dpi="0" rotWithShape="1">
            <a:blip r:embed="rId2">
              <a:alphaModFix amt="45000"/>
              <a:duotone>
                <a:schemeClr val="accent1">
                  <a:shade val="45000"/>
                  <a:satMod val="135000"/>
                </a:schemeClr>
                <a:prstClr val="white"/>
              </a:duotone>
            </a:blip>
            <a:srcRect/>
            <a:tile tx="-44450" ty="38100" sx="85000" sy="85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307870" y="1267730"/>
            <a:ext cx="9576262" cy="4307950"/>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sp>
      <p:sp>
        <p:nvSpPr>
          <p:cNvPr id="11" name="Rectangle 10"/>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15" name="Rectangle 14"/>
          <p:cNvSpPr/>
          <p:nvPr/>
        </p:nvSpPr>
        <p:spPr>
          <a:xfrm>
            <a:off x="5135880" y="1267730"/>
            <a:ext cx="1920240" cy="73152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4" name="Group 3"/>
          <p:cNvGrpSpPr/>
          <p:nvPr/>
        </p:nvGrpSpPr>
        <p:grpSpPr>
          <a:xfrm>
            <a:off x="5250180" y="1267730"/>
            <a:ext cx="1691640" cy="645295"/>
            <a:chOff x="5318306" y="1386268"/>
            <a:chExt cx="1567331" cy="645295"/>
          </a:xfrm>
        </p:grpSpPr>
        <p:cxnSp>
          <p:nvCxnSpPr>
            <p:cNvPr id="17" name="Straight Connector 16"/>
            <p:cNvCxnSpPr/>
            <p:nvPr/>
          </p:nvCxnSpPr>
          <p:spPr>
            <a:xfrm>
              <a:off x="5318306"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6885637"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318306" y="2031563"/>
              <a:ext cx="1567331" cy="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561708" y="2091263"/>
            <a:ext cx="9068586" cy="2590800"/>
          </a:xfrm>
        </p:spPr>
        <p:txBody>
          <a:bodyPr tIns="45720" bIns="45720" anchor="ctr">
            <a:noAutofit/>
          </a:bodyPr>
          <a:lstStyle>
            <a:lvl1pPr algn="ctr">
              <a:lnSpc>
                <a:spcPct val="83000"/>
              </a:lnSpc>
              <a:defRPr lang="en-US" sz="7200" b="0" kern="1200" cap="all" spc="-10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sp>
        <p:nvSpPr>
          <p:cNvPr id="3" name="Subtitle 2"/>
          <p:cNvSpPr>
            <a:spLocks noGrp="1"/>
          </p:cNvSpPr>
          <p:nvPr>
            <p:ph type="subTitle" idx="1"/>
          </p:nvPr>
        </p:nvSpPr>
        <p:spPr>
          <a:xfrm>
            <a:off x="1562100" y="4682062"/>
            <a:ext cx="9070848" cy="457201"/>
          </a:xfrm>
        </p:spPr>
        <p:txBody>
          <a:bodyPr>
            <a:normAutofit/>
          </a:bodyPr>
          <a:lstStyle>
            <a:lvl1pPr marL="0" indent="0" algn="ctr">
              <a:spcBef>
                <a:spcPts val="0"/>
              </a:spcBef>
              <a:buNone/>
              <a:defRPr sz="1600" spc="80" baseline="0">
                <a:solidFill>
                  <a:schemeClr val="tx1"/>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0" name="Date Placeholder 19"/>
          <p:cNvSpPr>
            <a:spLocks noGrp="1"/>
          </p:cNvSpPr>
          <p:nvPr>
            <p:ph type="dt" sz="half" idx="10"/>
          </p:nvPr>
        </p:nvSpPr>
        <p:spPr>
          <a:xfrm>
            <a:off x="5318760" y="1341255"/>
            <a:ext cx="1554480" cy="527213"/>
          </a:xfrm>
        </p:spPr>
        <p:txBody>
          <a:bodyPr/>
          <a:lstStyle>
            <a:lvl1pPr algn="ctr">
              <a:defRPr sz="1300" spc="0" baseline="0">
                <a:solidFill>
                  <a:schemeClr val="tx1"/>
                </a:solidFill>
                <a:latin typeface="+mn-lt"/>
              </a:defRPr>
            </a:lvl1pPr>
          </a:lstStyle>
          <a:p>
            <a:fld id="{A3318EC0-E67E-4B4E-B2B6-F1F29E17DD78}" type="datetimeFigureOut">
              <a:rPr lang="en-US" smtClean="0"/>
              <a:t>15-Nov-20</a:t>
            </a:fld>
            <a:endParaRPr lang="en-US"/>
          </a:p>
        </p:txBody>
      </p:sp>
      <p:sp>
        <p:nvSpPr>
          <p:cNvPr id="21" name="Footer Placeholder 20"/>
          <p:cNvSpPr>
            <a:spLocks noGrp="1"/>
          </p:cNvSpPr>
          <p:nvPr>
            <p:ph type="ftr" sz="quarter" idx="11"/>
          </p:nvPr>
        </p:nvSpPr>
        <p:spPr>
          <a:xfrm>
            <a:off x="1453896" y="5211060"/>
            <a:ext cx="5905500" cy="228600"/>
          </a:xfrm>
        </p:spPr>
        <p:txBody>
          <a:bodyPr/>
          <a:lstStyle>
            <a:lvl1pPr algn="l">
              <a:defRPr>
                <a:solidFill>
                  <a:schemeClr val="tx1">
                    <a:lumMod val="75000"/>
                    <a:lumOff val="25000"/>
                  </a:schemeClr>
                </a:solidFill>
              </a:defRPr>
            </a:lvl1pPr>
          </a:lstStyle>
          <a:p>
            <a:endParaRPr lang="en-US"/>
          </a:p>
        </p:txBody>
      </p:sp>
      <p:sp>
        <p:nvSpPr>
          <p:cNvPr id="22" name="Slide Number Placeholder 21"/>
          <p:cNvSpPr>
            <a:spLocks noGrp="1"/>
          </p:cNvSpPr>
          <p:nvPr>
            <p:ph type="sldNum" sz="quarter" idx="12"/>
          </p:nvPr>
        </p:nvSpPr>
        <p:spPr>
          <a:xfrm>
            <a:off x="8606919" y="5212080"/>
            <a:ext cx="2111881" cy="228600"/>
          </a:xfrm>
        </p:spPr>
        <p:txBody>
          <a:bodyPr/>
          <a:lstStyle>
            <a:lvl1pPr>
              <a:defRPr>
                <a:solidFill>
                  <a:schemeClr val="tx1">
                    <a:lumMod val="75000"/>
                    <a:lumOff val="25000"/>
                  </a:schemeClr>
                </a:solidFill>
              </a:defRPr>
            </a:lvl1pPr>
          </a:lstStyle>
          <a:p>
            <a:fld id="{72CFE238-DD26-4880-B56B-AD776EFE5557}" type="slidenum">
              <a:rPr lang="en-US" smtClean="0"/>
              <a:t>‹#›</a:t>
            </a:fld>
            <a:endParaRPr lang="en-US"/>
          </a:p>
        </p:txBody>
      </p:sp>
    </p:spTree>
    <p:extLst>
      <p:ext uri="{BB962C8B-B14F-4D97-AF65-F5344CB8AC3E}">
        <p14:creationId xmlns:p14="http://schemas.microsoft.com/office/powerpoint/2010/main" val="221359997"/>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3318EC0-E67E-4B4E-B2B6-F1F29E17DD78}" type="datetimeFigureOut">
              <a:rPr lang="en-US" smtClean="0"/>
              <a:t>15-Nov-20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2CFE238-DD26-4880-B56B-AD776EFE5557}" type="slidenum">
              <a:rPr lang="en-US" smtClean="0"/>
              <a:t>‹#›</a:t>
            </a:fld>
            <a:endParaRPr lang="en-US"/>
          </a:p>
        </p:txBody>
      </p:sp>
    </p:spTree>
    <p:extLst>
      <p:ext uri="{BB962C8B-B14F-4D97-AF65-F5344CB8AC3E}">
        <p14:creationId xmlns:p14="http://schemas.microsoft.com/office/powerpoint/2010/main" val="12411560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2">
        <a:schemeClr val="bg2"/>
      </p:bgRef>
    </p:bg>
    <p:spTree>
      <p:nvGrpSpPr>
        <p:cNvPr id="1" name=""/>
        <p:cNvGrpSpPr/>
        <p:nvPr/>
      </p:nvGrpSpPr>
      <p:grpSpPr>
        <a:xfrm>
          <a:off x="0" y="0"/>
          <a:ext cx="0" cy="0"/>
          <a:chOff x="0" y="0"/>
          <a:chExt cx="0" cy="0"/>
        </a:xfrm>
      </p:grpSpPr>
      <p:sp>
        <p:nvSpPr>
          <p:cNvPr id="22" name="Rectangle 21"/>
          <p:cNvSpPr/>
          <p:nvPr/>
        </p:nvSpPr>
        <p:spPr>
          <a:xfrm>
            <a:off x="0" y="0"/>
            <a:ext cx="12192000" cy="6858000"/>
          </a:xfrm>
          <a:prstGeom prst="rect">
            <a:avLst/>
          </a:prstGeom>
          <a:blipFill dpi="0" rotWithShape="1">
            <a:blip r:embed="rId2">
              <a:alphaModFix amt="45000"/>
              <a:duotone>
                <a:schemeClr val="accent2">
                  <a:shade val="45000"/>
                  <a:satMod val="135000"/>
                </a:schemeClr>
                <a:prstClr val="white"/>
              </a:duotone>
            </a:blip>
            <a:srcRect/>
            <a:tile tx="-44450" ty="38100" sx="85000" sy="85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3" name="Rectangle 22"/>
          <p:cNvSpPr/>
          <p:nvPr/>
        </p:nvSpPr>
        <p:spPr>
          <a:xfrm>
            <a:off x="1307870" y="1267730"/>
            <a:ext cx="9576262" cy="4307950"/>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sp>
      <p:sp>
        <p:nvSpPr>
          <p:cNvPr id="24" name="Rectangle 23"/>
          <p:cNvSpPr/>
          <p:nvPr/>
        </p:nvSpPr>
        <p:spPr>
          <a:xfrm>
            <a:off x="1447800"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30" name="Rectangle 29"/>
          <p:cNvSpPr/>
          <p:nvPr/>
        </p:nvSpPr>
        <p:spPr>
          <a:xfrm>
            <a:off x="5135880" y="1267730"/>
            <a:ext cx="1920240" cy="73152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31" name="Group 30"/>
          <p:cNvGrpSpPr/>
          <p:nvPr/>
        </p:nvGrpSpPr>
        <p:grpSpPr>
          <a:xfrm>
            <a:off x="5250180" y="1267730"/>
            <a:ext cx="1691640" cy="645295"/>
            <a:chOff x="5318306" y="1386268"/>
            <a:chExt cx="1567331" cy="645295"/>
          </a:xfrm>
        </p:grpSpPr>
        <p:cxnSp>
          <p:nvCxnSpPr>
            <p:cNvPr id="32" name="Straight Connector 31"/>
            <p:cNvCxnSpPr/>
            <p:nvPr/>
          </p:nvCxnSpPr>
          <p:spPr>
            <a:xfrm>
              <a:off x="5318306"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6885637"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a:off x="5318306" y="2031563"/>
              <a:ext cx="1567331" cy="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a:xfrm>
            <a:off x="1563623" y="2094309"/>
            <a:ext cx="9070848" cy="2587752"/>
          </a:xfrm>
        </p:spPr>
        <p:txBody>
          <a:bodyPr anchor="ctr">
            <a:noAutofit/>
          </a:bodyPr>
          <a:lstStyle>
            <a:lvl1pPr algn="ctr">
              <a:lnSpc>
                <a:spcPct val="83000"/>
              </a:lnSpc>
              <a:defRPr lang="en-US" sz="7200" kern="1200" cap="all" spc="-10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sp>
        <p:nvSpPr>
          <p:cNvPr id="3" name="Text Placeholder 2"/>
          <p:cNvSpPr>
            <a:spLocks noGrp="1"/>
          </p:cNvSpPr>
          <p:nvPr>
            <p:ph type="body" idx="1"/>
          </p:nvPr>
        </p:nvSpPr>
        <p:spPr>
          <a:xfrm>
            <a:off x="1563624" y="4682062"/>
            <a:ext cx="9070848" cy="457200"/>
          </a:xfrm>
        </p:spPr>
        <p:txBody>
          <a:bodyPr anchor="t">
            <a:normAutofit/>
          </a:bodyPr>
          <a:lstStyle>
            <a:lvl1pPr marL="0" indent="0" algn="ctr">
              <a:buNone/>
              <a:defRPr sz="1600">
                <a:solidFill>
                  <a:schemeClr val="tx1"/>
                </a:solidFill>
                <a:effectLst/>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5321808" y="1344502"/>
            <a:ext cx="1554480" cy="530352"/>
          </a:xfrm>
        </p:spPr>
        <p:txBody>
          <a:bodyPr/>
          <a:lstStyle>
            <a:lvl1pPr algn="ctr">
              <a:defRPr lang="en-US" sz="1300" kern="1200" spc="0" baseline="0">
                <a:solidFill>
                  <a:schemeClr val="tx1"/>
                </a:solidFill>
                <a:latin typeface="+mn-lt"/>
                <a:ea typeface="+mn-ea"/>
                <a:cs typeface="+mn-cs"/>
              </a:defRPr>
            </a:lvl1pPr>
          </a:lstStyle>
          <a:p>
            <a:fld id="{A3318EC0-E67E-4B4E-B2B6-F1F29E17DD78}" type="datetimeFigureOut">
              <a:rPr lang="en-US" smtClean="0"/>
              <a:t>15-Nov-20</a:t>
            </a:fld>
            <a:endParaRPr lang="en-US"/>
          </a:p>
        </p:txBody>
      </p:sp>
      <p:sp>
        <p:nvSpPr>
          <p:cNvPr id="5" name="Footer Placeholder 4"/>
          <p:cNvSpPr>
            <a:spLocks noGrp="1"/>
          </p:cNvSpPr>
          <p:nvPr>
            <p:ph type="ftr" sz="quarter" idx="11"/>
          </p:nvPr>
        </p:nvSpPr>
        <p:spPr>
          <a:xfrm>
            <a:off x="1453553" y="5211060"/>
            <a:ext cx="5907024" cy="228600"/>
          </a:xfrm>
        </p:spPr>
        <p:txBody>
          <a:bodyPr/>
          <a:lstStyle>
            <a:lvl1pPr algn="l">
              <a:defRPr/>
            </a:lvl1pPr>
          </a:lstStyle>
          <a:p>
            <a:endParaRPr lang="en-US"/>
          </a:p>
        </p:txBody>
      </p:sp>
      <p:sp>
        <p:nvSpPr>
          <p:cNvPr id="6" name="Slide Number Placeholder 5"/>
          <p:cNvSpPr>
            <a:spLocks noGrp="1"/>
          </p:cNvSpPr>
          <p:nvPr>
            <p:ph type="sldNum" sz="quarter" idx="12"/>
          </p:nvPr>
        </p:nvSpPr>
        <p:spPr>
          <a:xfrm>
            <a:off x="8604504" y="5211060"/>
            <a:ext cx="2112264" cy="228600"/>
          </a:xfrm>
        </p:spPr>
        <p:txBody>
          <a:bodyPr/>
          <a:lstStyle/>
          <a:p>
            <a:fld id="{72CFE238-DD26-4880-B56B-AD776EFE5557}" type="slidenum">
              <a:rPr lang="en-US" smtClean="0"/>
              <a:t>‹#›</a:t>
            </a:fld>
            <a:endParaRPr lang="en-US"/>
          </a:p>
        </p:txBody>
      </p:sp>
    </p:spTree>
    <p:extLst>
      <p:ext uri="{BB962C8B-B14F-4D97-AF65-F5344CB8AC3E}">
        <p14:creationId xmlns:p14="http://schemas.microsoft.com/office/powerpoint/2010/main" val="784146058"/>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6800" y="2103120"/>
            <a:ext cx="475488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70320" y="2103120"/>
            <a:ext cx="475488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3318EC0-E67E-4B4E-B2B6-F1F29E17DD78}" type="datetimeFigureOut">
              <a:rPr lang="en-US" smtClean="0"/>
              <a:t>15-Nov-20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2CFE238-DD26-4880-B56B-AD776EFE5557}" type="slidenum">
              <a:rPr lang="en-US" smtClean="0"/>
              <a:t>‹#›</a:t>
            </a:fld>
            <a:endParaRPr lang="en-US"/>
          </a:p>
        </p:txBody>
      </p:sp>
    </p:spTree>
    <p:extLst>
      <p:ext uri="{BB962C8B-B14F-4D97-AF65-F5344CB8AC3E}">
        <p14:creationId xmlns:p14="http://schemas.microsoft.com/office/powerpoint/2010/main" val="20500958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9848" y="2074334"/>
            <a:ext cx="4754880" cy="640080"/>
          </a:xfrm>
        </p:spPr>
        <p:txBody>
          <a:bodyPr anchor="ctr">
            <a:normAutofit/>
          </a:bodyPr>
          <a:lstStyle>
            <a:lvl1pPr marL="0" indent="0" algn="ctr">
              <a:spcBef>
                <a:spcPts val="0"/>
              </a:spcBef>
              <a:buNone/>
              <a:defRPr sz="1900" b="0">
                <a:solidFill>
                  <a:schemeClr val="tx2"/>
                </a:solidFill>
                <a:latin typeface="+mn-lt"/>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55898"/>
            <a:ext cx="475488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73368" y="2074334"/>
            <a:ext cx="4754880" cy="640080"/>
          </a:xfrm>
        </p:spPr>
        <p:txBody>
          <a:bodyPr anchor="ctr">
            <a:normAutofit/>
          </a:bodyPr>
          <a:lstStyle>
            <a:lvl1pPr marL="0" indent="0" algn="ctr">
              <a:spcBef>
                <a:spcPts val="0"/>
              </a:spcBef>
              <a:buNone/>
              <a:defRPr sz="1900" b="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73368" y="2756581"/>
            <a:ext cx="475488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3318EC0-E67E-4B4E-B2B6-F1F29E17DD78}" type="datetimeFigureOut">
              <a:rPr lang="en-US" smtClean="0"/>
              <a:t>15-Nov-20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2CFE238-DD26-4880-B56B-AD776EFE5557}" type="slidenum">
              <a:rPr lang="en-US" smtClean="0"/>
              <a:t>‹#›</a:t>
            </a:fld>
            <a:endParaRPr lang="en-US"/>
          </a:p>
        </p:txBody>
      </p:sp>
    </p:spTree>
    <p:extLst>
      <p:ext uri="{BB962C8B-B14F-4D97-AF65-F5344CB8AC3E}">
        <p14:creationId xmlns:p14="http://schemas.microsoft.com/office/powerpoint/2010/main" val="20972918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3318EC0-E67E-4B4E-B2B6-F1F29E17DD78}" type="datetimeFigureOut">
              <a:rPr lang="en-US" smtClean="0"/>
              <a:t>15-Nov-20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2CFE238-DD26-4880-B56B-AD776EFE5557}" type="slidenum">
              <a:rPr lang="en-US" smtClean="0"/>
              <a:t>‹#›</a:t>
            </a:fld>
            <a:endParaRPr lang="en-US"/>
          </a:p>
        </p:txBody>
      </p:sp>
    </p:spTree>
    <p:extLst>
      <p:ext uri="{BB962C8B-B14F-4D97-AF65-F5344CB8AC3E}">
        <p14:creationId xmlns:p14="http://schemas.microsoft.com/office/powerpoint/2010/main" val="30846899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3318EC0-E67E-4B4E-B2B6-F1F29E17DD78}" type="datetimeFigureOut">
              <a:rPr lang="en-US" smtClean="0"/>
              <a:t>15-Nov-20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2CFE238-DD26-4880-B56B-AD776EFE5557}" type="slidenum">
              <a:rPr lang="en-US" smtClean="0"/>
              <a:t>‹#›</a:t>
            </a:fld>
            <a:endParaRPr lang="en-US"/>
          </a:p>
        </p:txBody>
      </p:sp>
    </p:spTree>
    <p:extLst>
      <p:ext uri="{BB962C8B-B14F-4D97-AF65-F5344CB8AC3E}">
        <p14:creationId xmlns:p14="http://schemas.microsoft.com/office/powerpoint/2010/main" val="24510084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6" name="Rectangle 15"/>
          <p:cNvSpPr/>
          <p:nvPr/>
        </p:nvSpPr>
        <p:spPr>
          <a:xfrm>
            <a:off x="245529" y="237744"/>
            <a:ext cx="8531352" cy="638251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9020386" y="237744"/>
            <a:ext cx="2926080" cy="63825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296400" y="607392"/>
            <a:ext cx="2430780" cy="1645920"/>
          </a:xfrm>
        </p:spPr>
        <p:txBody>
          <a:bodyPr anchor="b">
            <a:normAutofit/>
          </a:bodyPr>
          <a:lstStyle>
            <a:lvl1pPr algn="l" defTabSz="914400" rtl="0" eaLnBrk="1" latinLnBrk="0" hangingPunct="1">
              <a:lnSpc>
                <a:spcPct val="90000"/>
              </a:lnSpc>
              <a:spcBef>
                <a:spcPct val="0"/>
              </a:spcBef>
              <a:buNone/>
              <a:defRPr lang="en-US" sz="2800" b="0" kern="1200" cap="none" spc="0" baseline="0" dirty="0">
                <a:solidFill>
                  <a:srgbClr val="FFFFFF"/>
                </a:solidFill>
                <a:effectLst/>
                <a:latin typeface="+mj-lt"/>
                <a:ea typeface="+mn-ea"/>
                <a:cs typeface="+mn-cs"/>
              </a:defRPr>
            </a:lvl1pPr>
          </a:lstStyle>
          <a:p>
            <a:r>
              <a:rPr lang="en-US"/>
              <a:t>Click to edit Master title style</a:t>
            </a:r>
            <a:endParaRPr lang="en-US" dirty="0"/>
          </a:p>
        </p:txBody>
      </p:sp>
      <p:sp>
        <p:nvSpPr>
          <p:cNvPr id="3" name="Content Placeholder 2"/>
          <p:cNvSpPr>
            <a:spLocks noGrp="1"/>
          </p:cNvSpPr>
          <p:nvPr>
            <p:ph idx="1"/>
          </p:nvPr>
        </p:nvSpPr>
        <p:spPr>
          <a:xfrm>
            <a:off x="685800" y="609600"/>
            <a:ext cx="7772400" cy="53340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296400" y="2286000"/>
            <a:ext cx="2430780" cy="3505200"/>
          </a:xfrm>
        </p:spPr>
        <p:txBody>
          <a:bodyPr>
            <a:normAutofit/>
          </a:bodyPr>
          <a:lstStyle>
            <a:lvl1pPr marL="0" indent="0">
              <a:lnSpc>
                <a:spcPct val="110000"/>
              </a:lnSpc>
              <a:spcBef>
                <a:spcPts val="800"/>
              </a:spcBef>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fld id="{A3318EC0-E67E-4B4E-B2B6-F1F29E17DD78}" type="datetimeFigureOut">
              <a:rPr lang="en-US" smtClean="0"/>
              <a:t>15-Nov-20</a:t>
            </a:fld>
            <a:endParaRPr lang="en-US"/>
          </a:p>
        </p:txBody>
      </p:sp>
      <p:sp>
        <p:nvSpPr>
          <p:cNvPr id="9" name="Footer Placeholder 8"/>
          <p:cNvSpPr>
            <a:spLocks noGrp="1"/>
          </p:cNvSpPr>
          <p:nvPr>
            <p:ph type="ftr" sz="quarter" idx="11"/>
          </p:nvPr>
        </p:nvSpPr>
        <p:spPr/>
        <p:txBody>
          <a:bodyPr/>
          <a:lstStyle>
            <a:lvl1pPr algn="r">
              <a:defRPr/>
            </a:lvl1pPr>
          </a:lstStyle>
          <a:p>
            <a:endParaRPr lang="en-US"/>
          </a:p>
        </p:txBody>
      </p:sp>
      <p:sp>
        <p:nvSpPr>
          <p:cNvPr id="11" name="Slide Number Placeholder 10"/>
          <p:cNvSpPr>
            <a:spLocks noGrp="1"/>
          </p:cNvSpPr>
          <p:nvPr>
            <p:ph type="sldNum" sz="quarter" idx="12"/>
          </p:nvPr>
        </p:nvSpPr>
        <p:spPr>
          <a:xfrm>
            <a:off x="10393677" y="6223002"/>
            <a:ext cx="1463040" cy="274320"/>
          </a:xfrm>
        </p:spPr>
        <p:txBody>
          <a:bodyPr/>
          <a:lstStyle>
            <a:lvl1pPr>
              <a:defRPr>
                <a:solidFill>
                  <a:srgbClr val="FFFFFF"/>
                </a:solidFill>
              </a:defRPr>
            </a:lvl1pPr>
          </a:lstStyle>
          <a:p>
            <a:fld id="{72CFE238-DD26-4880-B56B-AD776EFE5557}" type="slidenum">
              <a:rPr lang="en-US" smtClean="0"/>
              <a:t>‹#›</a:t>
            </a:fld>
            <a:endParaRPr lang="en-US"/>
          </a:p>
        </p:txBody>
      </p:sp>
      <p:sp>
        <p:nvSpPr>
          <p:cNvPr id="12" name="Rectangle 11"/>
          <p:cNvSpPr/>
          <p:nvPr/>
        </p:nvSpPr>
        <p:spPr>
          <a:xfrm>
            <a:off x="9157546" y="374904"/>
            <a:ext cx="2651760" cy="6108192"/>
          </a:xfrm>
          <a:prstGeom prst="rect">
            <a:avLst/>
          </a:prstGeom>
          <a:noFill/>
          <a:ln w="63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675237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4" name="Rectangle 13"/>
          <p:cNvSpPr/>
          <p:nvPr/>
        </p:nvSpPr>
        <p:spPr>
          <a:xfrm>
            <a:off x="9020386" y="237744"/>
            <a:ext cx="2926080" cy="63825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296400" y="603504"/>
            <a:ext cx="2432304" cy="1645920"/>
          </a:xfrm>
        </p:spPr>
        <p:txBody>
          <a:bodyPr anchor="b">
            <a:noAutofit/>
          </a:bodyPr>
          <a:lstStyle>
            <a:lvl1pPr algn="l">
              <a:defRPr sz="2800" b="0">
                <a:solidFill>
                  <a:srgbClr val="FFFFFF"/>
                </a:solidFill>
                <a:latin typeface="+mj-lt"/>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228599" y="237744"/>
            <a:ext cx="8531352" cy="6382512"/>
          </a:xfrm>
          <a:solidFill>
            <a:schemeClr val="accent1">
              <a:lumMod val="60000"/>
              <a:lumOff val="40000"/>
            </a:schemeClr>
          </a:solidFill>
          <a:ln>
            <a:noFill/>
          </a:ln>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296400" y="2286000"/>
            <a:ext cx="2432304" cy="3502152"/>
          </a:xfrm>
        </p:spPr>
        <p:txBody>
          <a:bodyPr>
            <a:normAutofit/>
          </a:bodyPr>
          <a:lstStyle>
            <a:lvl1pPr marL="0" indent="0" algn="l">
              <a:lnSpc>
                <a:spcPct val="110000"/>
              </a:lnSpc>
              <a:spcBef>
                <a:spcPts val="800"/>
              </a:spcBef>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rgbClr val="FFFFFF"/>
                </a:solidFill>
                <a:effectLst>
                  <a:outerShdw blurRad="12700" dist="6350" dir="2700000" algn="tl" rotWithShape="0">
                    <a:prstClr val="black">
                      <a:alpha val="40000"/>
                    </a:prstClr>
                  </a:outerShdw>
                </a:effectLst>
              </a:defRPr>
            </a:lvl1pPr>
          </a:lstStyle>
          <a:p>
            <a:fld id="{A3318EC0-E67E-4B4E-B2B6-F1F29E17DD78}" type="datetimeFigureOut">
              <a:rPr lang="en-US" smtClean="0"/>
              <a:t>15-Nov-20</a:t>
            </a:fld>
            <a:endParaRPr lang="en-US"/>
          </a:p>
        </p:txBody>
      </p:sp>
      <p:sp>
        <p:nvSpPr>
          <p:cNvPr id="6" name="Footer Placeholder 5"/>
          <p:cNvSpPr>
            <a:spLocks noGrp="1"/>
          </p:cNvSpPr>
          <p:nvPr>
            <p:ph type="ftr" sz="quarter" idx="11"/>
          </p:nvPr>
        </p:nvSpPr>
        <p:spPr/>
        <p:txBody>
          <a:bodyPr/>
          <a:lstStyle>
            <a:lvl1pPr marL="0" algn="r" defTabSz="914400" rtl="0" eaLnBrk="1" latinLnBrk="0" hangingPunct="1">
              <a:defRPr lang="en-US" sz="1000" kern="1200" dirty="0">
                <a:solidFill>
                  <a:srgbClr val="FFFFFF"/>
                </a:solidFill>
                <a:effectLst>
                  <a:outerShdw blurRad="12700" dist="6350" dir="2700000" algn="tl" rotWithShape="0">
                    <a:prstClr val="black">
                      <a:alpha val="40000"/>
                    </a:prstClr>
                  </a:outerShdw>
                </a:effectLst>
                <a:latin typeface="+mn-lt"/>
                <a:ea typeface="+mn-ea"/>
                <a:cs typeface="+mn-cs"/>
              </a:defRPr>
            </a:lvl1pPr>
          </a:lstStyle>
          <a:p>
            <a:endParaRPr lang="en-US"/>
          </a:p>
        </p:txBody>
      </p:sp>
      <p:sp>
        <p:nvSpPr>
          <p:cNvPr id="7" name="Slide Number Placeholder 6"/>
          <p:cNvSpPr>
            <a:spLocks noGrp="1"/>
          </p:cNvSpPr>
          <p:nvPr>
            <p:ph type="sldNum" sz="quarter" idx="12"/>
          </p:nvPr>
        </p:nvSpPr>
        <p:spPr>
          <a:xfrm>
            <a:off x="10396728" y="6227064"/>
            <a:ext cx="1463040" cy="274320"/>
          </a:xfrm>
        </p:spPr>
        <p:txBody>
          <a:bodyPr/>
          <a:lstStyle>
            <a:lvl1pPr>
              <a:defRPr>
                <a:solidFill>
                  <a:srgbClr val="FFFFFF"/>
                </a:solidFill>
              </a:defRPr>
            </a:lvl1pPr>
          </a:lstStyle>
          <a:p>
            <a:fld id="{72CFE238-DD26-4880-B56B-AD776EFE5557}" type="slidenum">
              <a:rPr lang="en-US" smtClean="0"/>
              <a:t>‹#›</a:t>
            </a:fld>
            <a:endParaRPr lang="en-US"/>
          </a:p>
        </p:txBody>
      </p:sp>
      <p:sp>
        <p:nvSpPr>
          <p:cNvPr id="10" name="Rectangle 9"/>
          <p:cNvSpPr/>
          <p:nvPr/>
        </p:nvSpPr>
        <p:spPr>
          <a:xfrm>
            <a:off x="9157546" y="374904"/>
            <a:ext cx="2651760" cy="6108192"/>
          </a:xfrm>
          <a:prstGeom prst="rect">
            <a:avLst/>
          </a:prstGeom>
          <a:noFill/>
          <a:ln w="63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40166195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3318EC0-E67E-4B4E-B2B6-F1F29E17DD78}" type="datetimeFigureOut">
              <a:rPr lang="en-US" smtClean="0"/>
              <a:t>15-Nov-20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2CFE238-DD26-4880-B56B-AD776EFE5557}" type="slidenum">
              <a:rPr lang="en-US" smtClean="0"/>
              <a:t>‹#›</a:t>
            </a:fld>
            <a:endParaRPr lang="en-US"/>
          </a:p>
        </p:txBody>
      </p:sp>
    </p:spTree>
    <p:extLst>
      <p:ext uri="{BB962C8B-B14F-4D97-AF65-F5344CB8AC3E}">
        <p14:creationId xmlns:p14="http://schemas.microsoft.com/office/powerpoint/2010/main" val="11633470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1600" y="762000"/>
            <a:ext cx="2362200" cy="5257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762000"/>
            <a:ext cx="8077200" cy="5257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3318EC0-E67E-4B4E-B2B6-F1F29E17DD78}" type="datetimeFigureOut">
              <a:rPr lang="en-US" smtClean="0"/>
              <a:t>15-Nov-20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2CFE238-DD26-4880-B56B-AD776EFE5557}" type="slidenum">
              <a:rPr lang="en-US" smtClean="0"/>
              <a:t>‹#›</a:t>
            </a:fld>
            <a:endParaRPr lang="en-US"/>
          </a:p>
        </p:txBody>
      </p:sp>
    </p:spTree>
    <p:extLst>
      <p:ext uri="{BB962C8B-B14F-4D97-AF65-F5344CB8AC3E}">
        <p14:creationId xmlns:p14="http://schemas.microsoft.com/office/powerpoint/2010/main" val="16324852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234696" y="237744"/>
            <a:ext cx="11722608" cy="6382512"/>
          </a:xfrm>
          <a:prstGeom prst="rect">
            <a:avLst/>
          </a:prstGeom>
          <a:solidFill>
            <a:schemeClr val="bg2"/>
          </a:solidFill>
          <a:ln w="6350" cap="flat" cmpd="sng" algn="ctr">
            <a:noFill/>
            <a:prstDash val="solid"/>
          </a:ln>
          <a:effectLst>
            <a:softEdge rad="0"/>
          </a:effectLst>
        </p:spPr>
      </p:sp>
      <p:sp>
        <p:nvSpPr>
          <p:cNvPr id="2" name="Title Placeholder 1"/>
          <p:cNvSpPr>
            <a:spLocks noGrp="1"/>
          </p:cNvSpPr>
          <p:nvPr>
            <p:ph type="title"/>
          </p:nvPr>
        </p:nvSpPr>
        <p:spPr>
          <a:xfrm>
            <a:off x="1066800" y="642594"/>
            <a:ext cx="10058400" cy="13716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6800" y="2103120"/>
            <a:ext cx="10058400" cy="39319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74320" y="6307672"/>
            <a:ext cx="2743200" cy="274320"/>
          </a:xfrm>
          <a:prstGeom prst="rect">
            <a:avLst/>
          </a:prstGeom>
        </p:spPr>
        <p:txBody>
          <a:bodyPr vert="horz" lIns="91440" tIns="45720" rIns="91440" bIns="45720" rtlCol="0" anchor="b"/>
          <a:lstStyle>
            <a:lvl1pPr algn="l">
              <a:defRPr sz="1000">
                <a:solidFill>
                  <a:schemeClr val="tx1">
                    <a:lumMod val="75000"/>
                    <a:lumOff val="25000"/>
                  </a:schemeClr>
                </a:solidFill>
              </a:defRPr>
            </a:lvl1pPr>
          </a:lstStyle>
          <a:p>
            <a:fld id="{A3318EC0-E67E-4B4E-B2B6-F1F29E17DD78}" type="datetimeFigureOut">
              <a:rPr lang="en-US" smtClean="0"/>
              <a:t>15-Nov-20</a:t>
            </a:fld>
            <a:endParaRPr lang="en-US"/>
          </a:p>
        </p:txBody>
      </p:sp>
      <p:sp>
        <p:nvSpPr>
          <p:cNvPr id="5" name="Footer Placeholder 4"/>
          <p:cNvSpPr>
            <a:spLocks noGrp="1"/>
          </p:cNvSpPr>
          <p:nvPr>
            <p:ph type="ftr" sz="quarter" idx="3"/>
          </p:nvPr>
        </p:nvSpPr>
        <p:spPr>
          <a:xfrm>
            <a:off x="3489960" y="6307672"/>
            <a:ext cx="5212080" cy="274320"/>
          </a:xfrm>
          <a:prstGeom prst="rect">
            <a:avLst/>
          </a:prstGeom>
        </p:spPr>
        <p:txBody>
          <a:bodyPr vert="horz" lIns="91440" tIns="45720" rIns="91440" bIns="45720" rtlCol="0" anchor="b"/>
          <a:lstStyle>
            <a:lvl1pPr algn="ctr">
              <a:defRPr sz="1000">
                <a:solidFill>
                  <a:schemeClr val="tx1">
                    <a:lumMod val="75000"/>
                    <a:lumOff val="25000"/>
                  </a:schemeClr>
                </a:solidFill>
              </a:defRPr>
            </a:lvl1pPr>
          </a:lstStyle>
          <a:p>
            <a:endParaRPr lang="en-US"/>
          </a:p>
        </p:txBody>
      </p:sp>
      <p:sp>
        <p:nvSpPr>
          <p:cNvPr id="6" name="Slide Number Placeholder 5"/>
          <p:cNvSpPr>
            <a:spLocks noGrp="1"/>
          </p:cNvSpPr>
          <p:nvPr>
            <p:ph type="sldNum" sz="quarter" idx="4"/>
          </p:nvPr>
        </p:nvSpPr>
        <p:spPr>
          <a:xfrm>
            <a:off x="10469880" y="6307672"/>
            <a:ext cx="1463040" cy="274320"/>
          </a:xfrm>
          <a:prstGeom prst="rect">
            <a:avLst/>
          </a:prstGeom>
        </p:spPr>
        <p:txBody>
          <a:bodyPr vert="horz" lIns="91440" tIns="45720" rIns="91440" bIns="45720" rtlCol="0" anchor="b"/>
          <a:lstStyle>
            <a:lvl1pPr algn="r">
              <a:defRPr sz="1000">
                <a:solidFill>
                  <a:schemeClr val="tx1">
                    <a:lumMod val="75000"/>
                    <a:lumOff val="25000"/>
                  </a:schemeClr>
                </a:solidFill>
              </a:defRPr>
            </a:lvl1pPr>
          </a:lstStyle>
          <a:p>
            <a:fld id="{72CFE238-DD26-4880-B56B-AD776EFE5557}" type="slidenum">
              <a:rPr lang="en-US" smtClean="0"/>
              <a:t>‹#›</a:t>
            </a:fld>
            <a:endParaRPr lang="en-US"/>
          </a:p>
        </p:txBody>
      </p:sp>
    </p:spTree>
    <p:extLst>
      <p:ext uri="{BB962C8B-B14F-4D97-AF65-F5344CB8AC3E}">
        <p14:creationId xmlns:p14="http://schemas.microsoft.com/office/powerpoint/2010/main" val="2561544833"/>
      </p:ext>
    </p:extLst>
  </p:cSld>
  <p:clrMap bg1="lt1" tx1="dk1" bg2="lt2" tx2="dk2" accent1="accent1" accent2="accent2" accent3="accent3" accent4="accent4" accent5="accent5" accent6="accent6" hlink="hlink" folHlink="folHlink"/>
  <p:sldLayoutIdLst>
    <p:sldLayoutId id="2147483769" r:id="rId1"/>
    <p:sldLayoutId id="2147483770" r:id="rId2"/>
    <p:sldLayoutId id="2147483771" r:id="rId3"/>
    <p:sldLayoutId id="2147483772" r:id="rId4"/>
    <p:sldLayoutId id="2147483773" r:id="rId5"/>
    <p:sldLayoutId id="2147483774" r:id="rId6"/>
    <p:sldLayoutId id="2147483775" r:id="rId7"/>
    <p:sldLayoutId id="2147483776" r:id="rId8"/>
    <p:sldLayoutId id="2147483777" r:id="rId9"/>
    <p:sldLayoutId id="2147483778" r:id="rId10"/>
    <p:sldLayoutId id="2147483779" r:id="rId11"/>
  </p:sldLayoutIdLst>
  <p:txStyles>
    <p:titleStyle>
      <a:lvl1pPr algn="l" defTabSz="914400" rtl="0" eaLnBrk="1" latinLnBrk="0" hangingPunct="1">
        <a:lnSpc>
          <a:spcPct val="90000"/>
        </a:lnSpc>
        <a:spcBef>
          <a:spcPct val="0"/>
        </a:spcBef>
        <a:buNone/>
        <a:defRPr lang="en-US" sz="4800" kern="1200" cap="none" spc="0" baseline="0" dirty="0">
          <a:solidFill>
            <a:schemeClr val="tx1">
              <a:lumMod val="85000"/>
              <a:lumOff val="15000"/>
            </a:schemeClr>
          </a:solidFill>
          <a:effectLst/>
          <a:latin typeface="+mj-lt"/>
          <a:ea typeface="+mn-ea"/>
          <a:cs typeface="+mn-cs"/>
        </a:defRPr>
      </a:lvl1pPr>
    </p:titleStyle>
    <p:bodyStyle>
      <a:lvl1pPr marL="182880" indent="-182880" algn="l" defTabSz="914400" rtl="0" eaLnBrk="1" latinLnBrk="0" hangingPunct="1">
        <a:lnSpc>
          <a:spcPct val="100000"/>
        </a:lnSpc>
        <a:spcBef>
          <a:spcPts val="900"/>
        </a:spcBef>
        <a:spcAft>
          <a:spcPts val="0"/>
        </a:spcAft>
        <a:buClr>
          <a:schemeClr val="tx1">
            <a:lumMod val="85000"/>
            <a:lumOff val="15000"/>
          </a:schemeClr>
        </a:buClr>
        <a:buFont typeface="Garamond" pitchFamily="18" charset="0"/>
        <a:buChar char="◦"/>
        <a:defRPr sz="1800" kern="1200">
          <a:solidFill>
            <a:schemeClr val="tx1"/>
          </a:solidFill>
          <a:latin typeface="+mn-lt"/>
          <a:ea typeface="+mn-ea"/>
          <a:cs typeface="+mn-cs"/>
        </a:defRPr>
      </a:lvl1pPr>
      <a:lvl2pPr marL="45720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600" kern="1200">
          <a:solidFill>
            <a:schemeClr val="tx1"/>
          </a:solidFill>
          <a:latin typeface="+mn-lt"/>
          <a:ea typeface="+mn-ea"/>
          <a:cs typeface="+mn-cs"/>
        </a:defRPr>
      </a:lvl2pPr>
      <a:lvl3pPr marL="73152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3pPr>
      <a:lvl4pPr marL="100584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4pPr>
      <a:lvl5pPr marL="128016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5pPr>
      <a:lvl6pPr marL="16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6pPr>
      <a:lvl7pPr marL="19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7pPr>
      <a:lvl8pPr marL="22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8pPr>
      <a:lvl9pPr marL="25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2.xml"/><Relationship Id="rId5" Type="http://schemas.openxmlformats.org/officeDocument/2006/relationships/image" Target="../media/image9.jpeg"/><Relationship Id="rId4" Type="http://schemas.openxmlformats.org/officeDocument/2006/relationships/image" Target="../media/image8.jpeg"/></Relationships>
</file>

<file path=ppt/slides/_rels/slide4.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2">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701CE8C-1231-4D76-A224-C0B2BC7D14B4}"/>
              </a:ext>
            </a:extLst>
          </p:cNvPr>
          <p:cNvPicPr>
            <a:picLocks noChangeAspect="1"/>
          </p:cNvPicPr>
          <p:nvPr/>
        </p:nvPicPr>
        <p:blipFill rotWithShape="1">
          <a:blip r:embed="rId3">
            <a:alphaModFix amt="30000"/>
          </a:blip>
          <a:srcRect l="3140" r="1" b="1"/>
          <a:stretch/>
        </p:blipFill>
        <p:spPr>
          <a:xfrm>
            <a:off x="3611" y="-222510"/>
            <a:ext cx="12188389" cy="6857990"/>
          </a:xfrm>
          <a:prstGeom prst="rect">
            <a:avLst/>
          </a:prstGeom>
        </p:spPr>
      </p:pic>
      <p:sp>
        <p:nvSpPr>
          <p:cNvPr id="2" name="Title 1">
            <a:extLst>
              <a:ext uri="{FF2B5EF4-FFF2-40B4-BE49-F238E27FC236}">
                <a16:creationId xmlns:a16="http://schemas.microsoft.com/office/drawing/2014/main" id="{4E4315CC-85CC-44D4-833A-1E23D9FB737C}"/>
              </a:ext>
            </a:extLst>
          </p:cNvPr>
          <p:cNvSpPr>
            <a:spLocks noGrp="1"/>
          </p:cNvSpPr>
          <p:nvPr>
            <p:ph type="ctrTitle"/>
          </p:nvPr>
        </p:nvSpPr>
        <p:spPr>
          <a:xfrm>
            <a:off x="2667000" y="2328334"/>
            <a:ext cx="6858000" cy="1367896"/>
          </a:xfrm>
        </p:spPr>
        <p:txBody>
          <a:bodyPr>
            <a:normAutofit/>
          </a:bodyPr>
          <a:lstStyle/>
          <a:p>
            <a:pPr algn="ctr"/>
            <a:endParaRPr lang="en-US" dirty="0"/>
          </a:p>
        </p:txBody>
      </p:sp>
      <p:sp>
        <p:nvSpPr>
          <p:cNvPr id="3" name="Subtitle 2">
            <a:extLst>
              <a:ext uri="{FF2B5EF4-FFF2-40B4-BE49-F238E27FC236}">
                <a16:creationId xmlns:a16="http://schemas.microsoft.com/office/drawing/2014/main" id="{F43E18E2-F944-4BDC-B019-75A370D9FCB8}"/>
              </a:ext>
            </a:extLst>
          </p:cNvPr>
          <p:cNvSpPr>
            <a:spLocks noGrp="1"/>
          </p:cNvSpPr>
          <p:nvPr>
            <p:ph type="subTitle" idx="1"/>
          </p:nvPr>
        </p:nvSpPr>
        <p:spPr>
          <a:xfrm>
            <a:off x="2667001" y="3602038"/>
            <a:ext cx="6857999" cy="953029"/>
          </a:xfrm>
        </p:spPr>
        <p:txBody>
          <a:bodyPr>
            <a:normAutofit/>
          </a:bodyPr>
          <a:lstStyle/>
          <a:p>
            <a:pPr algn="ctr"/>
            <a:endParaRPr lang="en-US"/>
          </a:p>
        </p:txBody>
      </p:sp>
    </p:spTree>
    <p:extLst>
      <p:ext uri="{BB962C8B-B14F-4D97-AF65-F5344CB8AC3E}">
        <p14:creationId xmlns:p14="http://schemas.microsoft.com/office/powerpoint/2010/main" val="6779714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CE31C5-0D1D-4E0F-906E-AD262A529381}"/>
              </a:ext>
            </a:extLst>
          </p:cNvPr>
          <p:cNvSpPr>
            <a:spLocks noGrp="1"/>
          </p:cNvSpPr>
          <p:nvPr>
            <p:ph type="title"/>
          </p:nvPr>
        </p:nvSpPr>
        <p:spPr>
          <a:xfrm>
            <a:off x="1066800" y="642594"/>
            <a:ext cx="10140892" cy="1371600"/>
          </a:xfrm>
        </p:spPr>
        <p:txBody>
          <a:bodyPr>
            <a:normAutofit fontScale="90000"/>
          </a:bodyPr>
          <a:lstStyle/>
          <a:p>
            <a:r>
              <a:rPr lang="en-US" dirty="0" err="1">
                <a:latin typeface="Times New Roman" panose="02020603050405020304" pitchFamily="18" charset="0"/>
                <a:cs typeface="Times New Roman" panose="02020603050405020304" pitchFamily="18" charset="0"/>
              </a:rPr>
              <a:t>Những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lợi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ích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của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ong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mang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lại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cho</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đời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sống</a:t>
            </a:r>
            <a:r>
              <a:rPr lang="en-US" dirty="0">
                <a:latin typeface="Times New Roman" panose="02020603050405020304" pitchFamily="18" charset="0"/>
                <a:cs typeface="Times New Roman" panose="02020603050405020304" pitchFamily="18" charset="0"/>
              </a:rPr>
              <a:t> con </a:t>
            </a:r>
            <a:r>
              <a:rPr lang="en-US" dirty="0" err="1">
                <a:latin typeface="Times New Roman" panose="02020603050405020304" pitchFamily="18" charset="0"/>
                <a:cs typeface="Times New Roman" panose="02020603050405020304" pitchFamily="18" charset="0"/>
              </a:rPr>
              <a:t>người</a:t>
            </a:r>
            <a:r>
              <a:rPr lang="en-US" dirty="0">
                <a:latin typeface="Times New Roman" panose="02020603050405020304" pitchFamily="18" charset="0"/>
                <a:cs typeface="Times New Roman" panose="02020603050405020304" pitchFamily="18" charset="0"/>
              </a:rPr>
              <a:t>:</a:t>
            </a:r>
          </a:p>
        </p:txBody>
      </p:sp>
      <p:sp>
        <p:nvSpPr>
          <p:cNvPr id="3" name="Content Placeholder 2">
            <a:extLst>
              <a:ext uri="{FF2B5EF4-FFF2-40B4-BE49-F238E27FC236}">
                <a16:creationId xmlns:a16="http://schemas.microsoft.com/office/drawing/2014/main" id="{28088E97-23BB-429C-A5FF-75C5D94D4081}"/>
              </a:ext>
            </a:extLst>
          </p:cNvPr>
          <p:cNvSpPr>
            <a:spLocks noGrp="1"/>
          </p:cNvSpPr>
          <p:nvPr>
            <p:ph idx="1"/>
          </p:nvPr>
        </p:nvSpPr>
        <p:spPr>
          <a:xfrm>
            <a:off x="6096000" y="2167401"/>
            <a:ext cx="5392723" cy="2523198"/>
          </a:xfrm>
        </p:spPr>
        <p:txBody>
          <a:bodyPr/>
          <a:lstStyle/>
          <a:p>
            <a:pPr algn="just"/>
            <a:r>
              <a:rPr lang="vi-VN" b="0" i="0" dirty="0">
                <a:solidFill>
                  <a:srgbClr val="333232"/>
                </a:solidFill>
                <a:effectLst/>
              </a:rPr>
              <a:t>Ong là một loài côn trùng quen thuộc với cuộc sống con người, như chúng ta đã biết, ong không chỉ có lợi trong thực phẩm, trong làm đẹp mà tiềm năng của nó còn được khai thác trong các lĩnh vực nông nghiệp đặc biệt là nông nghiệp hữu cơ</a:t>
            </a:r>
            <a:r>
              <a:rPr lang="en-US" b="0" i="0" dirty="0">
                <a:solidFill>
                  <a:srgbClr val="333232"/>
                </a:solidFill>
                <a:effectLst/>
              </a:rPr>
              <a:t>.</a:t>
            </a:r>
            <a:br>
              <a:rPr lang="vi-VN" dirty="0"/>
            </a:br>
            <a:endParaRPr lang="en-US" dirty="0"/>
          </a:p>
        </p:txBody>
      </p:sp>
      <p:pic>
        <p:nvPicPr>
          <p:cNvPr id="1026" name="Picture 2" descr="Những hình ảnh con ong đẹp nhất">
            <a:extLst>
              <a:ext uri="{FF2B5EF4-FFF2-40B4-BE49-F238E27FC236}">
                <a16:creationId xmlns:a16="http://schemas.microsoft.com/office/drawing/2014/main" id="{E40E81DD-DC7E-4A40-BC10-42BF650F727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1774" y="2265028"/>
            <a:ext cx="5143500" cy="3429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586144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7" name="Rectangle 76">
            <a:extLst>
              <a:ext uri="{FF2B5EF4-FFF2-40B4-BE49-F238E27FC236}">
                <a16:creationId xmlns:a16="http://schemas.microsoft.com/office/drawing/2014/main" id="{32847F16-C57D-4E7D-95A7-7056B30646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579451"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a:extLst>
              <a:ext uri="{FF2B5EF4-FFF2-40B4-BE49-F238E27FC236}">
                <a16:creationId xmlns:a16="http://schemas.microsoft.com/office/drawing/2014/main" id="{A99E40C7-F204-42CB-A0B8-BB655333D0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3264" y="233264"/>
            <a:ext cx="3324388" cy="3755625"/>
          </a:xfrm>
          <a:prstGeom prst="rect">
            <a:avLst/>
          </a:prstGeom>
          <a:no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6" name="Picture 8" descr="Sữa ong chúa nguyên chất, uy tín hàng đầu Việt Nam">
            <a:extLst>
              <a:ext uri="{FF2B5EF4-FFF2-40B4-BE49-F238E27FC236}">
                <a16:creationId xmlns:a16="http://schemas.microsoft.com/office/drawing/2014/main" id="{B5377825-A3A0-472A-9CD7-88CDF3E659AD}"/>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395842" y="1110082"/>
            <a:ext cx="2999232" cy="2001987"/>
          </a:xfrm>
          <a:prstGeom prst="rect">
            <a:avLst/>
          </a:prstGeom>
          <a:noFill/>
          <a:extLst>
            <a:ext uri="{909E8E84-426E-40DD-AFC4-6F175D3DCCD1}">
              <a14:hiddenFill xmlns:a14="http://schemas.microsoft.com/office/drawing/2010/main">
                <a:solidFill>
                  <a:srgbClr val="FFFFFF"/>
                </a:solidFill>
              </a14:hiddenFill>
            </a:ext>
          </a:extLst>
        </p:spPr>
      </p:pic>
      <p:sp>
        <p:nvSpPr>
          <p:cNvPr id="81" name="Rectangle 80">
            <a:extLst>
              <a:ext uri="{FF2B5EF4-FFF2-40B4-BE49-F238E27FC236}">
                <a16:creationId xmlns:a16="http://schemas.microsoft.com/office/drawing/2014/main" id="{7979BF94-1CEE-4DF5-B67A-E898B4EB17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692243" y="242136"/>
            <a:ext cx="2722671" cy="2466535"/>
          </a:xfrm>
          <a:prstGeom prst="rect">
            <a:avLst/>
          </a:prstGeom>
          <a:no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Công dụng và hướng dẫn dùng mật ong đúng cách | Vinmec">
            <a:extLst>
              <a:ext uri="{FF2B5EF4-FFF2-40B4-BE49-F238E27FC236}">
                <a16:creationId xmlns:a16="http://schemas.microsoft.com/office/drawing/2014/main" id="{4CCA8A9D-DDF9-44FC-A5F7-777A8348BE52}"/>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3859706" y="729675"/>
            <a:ext cx="2387745" cy="1480401"/>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081950F1-09A2-46A9-882F-AD76D4B55656}"/>
              </a:ext>
            </a:extLst>
          </p:cNvPr>
          <p:cNvSpPr>
            <a:spLocks noGrp="1"/>
          </p:cNvSpPr>
          <p:nvPr>
            <p:ph idx="1"/>
          </p:nvPr>
        </p:nvSpPr>
        <p:spPr>
          <a:xfrm>
            <a:off x="7010089" y="1589963"/>
            <a:ext cx="4560471" cy="3931920"/>
          </a:xfrm>
        </p:spPr>
        <p:txBody>
          <a:bodyPr>
            <a:normAutofit/>
          </a:bodyPr>
          <a:lstStyle/>
          <a:p>
            <a:pPr>
              <a:lnSpc>
                <a:spcPct val="90000"/>
              </a:lnSpc>
            </a:pPr>
            <a:r>
              <a:rPr lang="en-US" sz="1700" dirty="0" err="1"/>
              <a:t>Các</a:t>
            </a:r>
            <a:r>
              <a:rPr lang="en-US" sz="1700" dirty="0"/>
              <a:t> </a:t>
            </a:r>
            <a:r>
              <a:rPr lang="en-US" sz="1700" dirty="0" err="1"/>
              <a:t>sản</a:t>
            </a:r>
            <a:r>
              <a:rPr lang="en-US" sz="1700" dirty="0"/>
              <a:t> </a:t>
            </a:r>
            <a:r>
              <a:rPr lang="en-US" sz="1700" dirty="0" err="1"/>
              <a:t>phẩm</a:t>
            </a:r>
            <a:r>
              <a:rPr lang="en-US" sz="1700" dirty="0"/>
              <a:t> do </a:t>
            </a:r>
            <a:r>
              <a:rPr lang="en-US" sz="1700" dirty="0" err="1"/>
              <a:t>ong</a:t>
            </a:r>
            <a:r>
              <a:rPr lang="en-US" sz="1700" dirty="0"/>
              <a:t> </a:t>
            </a:r>
            <a:r>
              <a:rPr lang="en-US" sz="1700" dirty="0" err="1"/>
              <a:t>tạo</a:t>
            </a:r>
            <a:r>
              <a:rPr lang="en-US" sz="1700" dirty="0"/>
              <a:t> ra </a:t>
            </a:r>
            <a:r>
              <a:rPr lang="en-US" sz="1700" dirty="0" err="1"/>
              <a:t>đều</a:t>
            </a:r>
            <a:r>
              <a:rPr lang="en-US" sz="1700" dirty="0"/>
              <a:t> </a:t>
            </a:r>
            <a:r>
              <a:rPr lang="en-US" sz="1700" dirty="0" err="1"/>
              <a:t>được</a:t>
            </a:r>
            <a:r>
              <a:rPr lang="en-US" sz="1700" dirty="0"/>
              <a:t> dung </a:t>
            </a:r>
            <a:r>
              <a:rPr lang="en-US" sz="1700" dirty="0" err="1"/>
              <a:t>như</a:t>
            </a:r>
            <a:r>
              <a:rPr lang="en-US" sz="1700" dirty="0"/>
              <a:t> </a:t>
            </a:r>
            <a:r>
              <a:rPr lang="en-US" sz="1700" dirty="0" err="1"/>
              <a:t>thực</a:t>
            </a:r>
            <a:r>
              <a:rPr lang="en-US" sz="1700" dirty="0"/>
              <a:t> </a:t>
            </a:r>
            <a:r>
              <a:rPr lang="en-US" sz="1700" dirty="0" err="1"/>
              <a:t>phẩm</a:t>
            </a:r>
            <a:r>
              <a:rPr lang="en-US" sz="1700" dirty="0"/>
              <a:t> </a:t>
            </a:r>
            <a:r>
              <a:rPr lang="en-US" sz="1700" dirty="0" err="1"/>
              <a:t>giúp</a:t>
            </a:r>
            <a:r>
              <a:rPr lang="en-US" sz="1700" dirty="0"/>
              <a:t> </a:t>
            </a:r>
            <a:r>
              <a:rPr lang="en-US" sz="1700" dirty="0" err="1"/>
              <a:t>cải</a:t>
            </a:r>
            <a:r>
              <a:rPr lang="en-US" sz="1700" dirty="0"/>
              <a:t> </a:t>
            </a:r>
            <a:r>
              <a:rPr lang="en-US" sz="1700" dirty="0" err="1"/>
              <a:t>thiện</a:t>
            </a:r>
            <a:r>
              <a:rPr lang="en-US" sz="1700" dirty="0"/>
              <a:t> </a:t>
            </a:r>
            <a:r>
              <a:rPr lang="en-US" sz="1700" dirty="0" err="1"/>
              <a:t>sức</a:t>
            </a:r>
            <a:r>
              <a:rPr lang="en-US" sz="1700" dirty="0"/>
              <a:t> </a:t>
            </a:r>
            <a:r>
              <a:rPr lang="en-US" sz="1700" dirty="0" err="1"/>
              <a:t>khỏe</a:t>
            </a:r>
            <a:r>
              <a:rPr lang="en-US" sz="1700" dirty="0"/>
              <a:t> con </a:t>
            </a:r>
            <a:r>
              <a:rPr lang="en-US" sz="1700" dirty="0" err="1"/>
              <a:t>người</a:t>
            </a:r>
            <a:r>
              <a:rPr lang="en-US" sz="1700" dirty="0"/>
              <a:t>.</a:t>
            </a:r>
          </a:p>
          <a:p>
            <a:pPr>
              <a:lnSpc>
                <a:spcPct val="90000"/>
              </a:lnSpc>
            </a:pPr>
            <a:r>
              <a:rPr lang="en-US" sz="1700" dirty="0" err="1"/>
              <a:t>Được</a:t>
            </a:r>
            <a:r>
              <a:rPr lang="en-US" sz="1700" dirty="0"/>
              <a:t> </a:t>
            </a:r>
            <a:r>
              <a:rPr lang="en-US" sz="1700" dirty="0" err="1"/>
              <a:t>sử</a:t>
            </a:r>
            <a:r>
              <a:rPr lang="en-US" sz="1700" dirty="0"/>
              <a:t> </a:t>
            </a:r>
            <a:r>
              <a:rPr lang="en-US" sz="1700" dirty="0" err="1"/>
              <a:t>dụng</a:t>
            </a:r>
            <a:r>
              <a:rPr lang="en-US" sz="1700" dirty="0"/>
              <a:t> </a:t>
            </a:r>
            <a:r>
              <a:rPr lang="en-US" sz="1700" dirty="0" err="1"/>
              <a:t>như</a:t>
            </a:r>
            <a:r>
              <a:rPr lang="en-US" sz="1700" dirty="0"/>
              <a:t> 1 </a:t>
            </a:r>
            <a:r>
              <a:rPr lang="en-US" sz="1700" dirty="0" err="1"/>
              <a:t>sản</a:t>
            </a:r>
            <a:r>
              <a:rPr lang="en-US" sz="1700" dirty="0"/>
              <a:t> </a:t>
            </a:r>
            <a:r>
              <a:rPr lang="en-US" sz="1700" dirty="0" err="1"/>
              <a:t>phẩm</a:t>
            </a:r>
            <a:r>
              <a:rPr lang="en-US" sz="1700" dirty="0"/>
              <a:t> </a:t>
            </a:r>
            <a:r>
              <a:rPr lang="en-US" sz="1700" dirty="0" err="1"/>
              <a:t>làm</a:t>
            </a:r>
            <a:r>
              <a:rPr lang="en-US" sz="1700" dirty="0"/>
              <a:t> </a:t>
            </a:r>
            <a:r>
              <a:rPr lang="en-US" sz="1700" dirty="0" err="1"/>
              <a:t>đẹp</a:t>
            </a:r>
            <a:r>
              <a:rPr lang="en-US" sz="1700" dirty="0"/>
              <a:t>, </a:t>
            </a:r>
            <a:r>
              <a:rPr lang="en-US" sz="1700" dirty="0" err="1"/>
              <a:t>trị</a:t>
            </a:r>
            <a:r>
              <a:rPr lang="en-US" sz="1700" dirty="0"/>
              <a:t> </a:t>
            </a:r>
            <a:r>
              <a:rPr lang="en-US" sz="1700" dirty="0" err="1"/>
              <a:t>mụn</a:t>
            </a:r>
            <a:r>
              <a:rPr lang="en-US" sz="1700" dirty="0"/>
              <a:t>…</a:t>
            </a:r>
          </a:p>
          <a:p>
            <a:pPr>
              <a:lnSpc>
                <a:spcPct val="90000"/>
              </a:lnSpc>
            </a:pPr>
            <a:r>
              <a:rPr lang="en-US" sz="1700" dirty="0" err="1"/>
              <a:t>Trong</a:t>
            </a:r>
            <a:r>
              <a:rPr lang="en-US" sz="1700" dirty="0"/>
              <a:t> </a:t>
            </a:r>
            <a:r>
              <a:rPr lang="en-US" sz="1700" dirty="0" err="1"/>
              <a:t>nông</a:t>
            </a:r>
            <a:r>
              <a:rPr lang="en-US" sz="1700" dirty="0"/>
              <a:t> </a:t>
            </a:r>
            <a:r>
              <a:rPr lang="en-US" sz="1700" dirty="0" err="1"/>
              <a:t>nghiệp</a:t>
            </a:r>
            <a:r>
              <a:rPr lang="en-US" sz="1700" dirty="0"/>
              <a:t>: </a:t>
            </a:r>
            <a:r>
              <a:rPr lang="en-US" sz="1700" dirty="0" err="1"/>
              <a:t>canh</a:t>
            </a:r>
            <a:r>
              <a:rPr lang="en-US" sz="1700" dirty="0"/>
              <a:t> </a:t>
            </a:r>
            <a:r>
              <a:rPr lang="en-US" sz="1700" dirty="0" err="1"/>
              <a:t>tác</a:t>
            </a:r>
            <a:r>
              <a:rPr lang="en-US" sz="1700" dirty="0"/>
              <a:t> </a:t>
            </a:r>
            <a:r>
              <a:rPr lang="en-US" sz="1700" dirty="0" err="1"/>
              <a:t>tự</a:t>
            </a:r>
            <a:r>
              <a:rPr lang="en-US" sz="1700" dirty="0"/>
              <a:t> </a:t>
            </a:r>
            <a:r>
              <a:rPr lang="en-US" sz="1700" dirty="0" err="1"/>
              <a:t>nhiên</a:t>
            </a:r>
            <a:r>
              <a:rPr lang="en-US" sz="1700" dirty="0"/>
              <a:t> </a:t>
            </a:r>
            <a:r>
              <a:rPr lang="en-US" sz="1700" dirty="0" err="1"/>
              <a:t>thụ</a:t>
            </a:r>
            <a:r>
              <a:rPr lang="en-US" sz="1700" dirty="0"/>
              <a:t> </a:t>
            </a:r>
            <a:r>
              <a:rPr lang="en-US" sz="1700" dirty="0" err="1"/>
              <a:t>phấn</a:t>
            </a:r>
            <a:r>
              <a:rPr lang="en-US" sz="1700" dirty="0"/>
              <a:t> </a:t>
            </a:r>
            <a:r>
              <a:rPr lang="en-US" sz="1700" dirty="0" err="1"/>
              <a:t>cho</a:t>
            </a:r>
            <a:r>
              <a:rPr lang="en-US" sz="1700" dirty="0"/>
              <a:t> </a:t>
            </a:r>
            <a:r>
              <a:rPr lang="en-US" sz="1700" dirty="0" err="1"/>
              <a:t>cây</a:t>
            </a:r>
            <a:r>
              <a:rPr lang="en-US" sz="1700" dirty="0"/>
              <a:t> </a:t>
            </a:r>
            <a:r>
              <a:rPr lang="en-US" sz="1700" dirty="0" err="1"/>
              <a:t>trồng</a:t>
            </a:r>
            <a:r>
              <a:rPr lang="en-US" sz="1700" dirty="0"/>
              <a:t>.</a:t>
            </a:r>
          </a:p>
          <a:p>
            <a:pPr>
              <a:lnSpc>
                <a:spcPct val="90000"/>
              </a:lnSpc>
            </a:pPr>
            <a:r>
              <a:rPr lang="en-US" sz="1700" dirty="0" err="1"/>
              <a:t>Trong</a:t>
            </a:r>
            <a:r>
              <a:rPr lang="en-US" sz="1700" dirty="0"/>
              <a:t> </a:t>
            </a:r>
            <a:r>
              <a:rPr lang="en-US" sz="1700" dirty="0" err="1"/>
              <a:t>nông</a:t>
            </a:r>
            <a:r>
              <a:rPr lang="en-US" sz="1700" dirty="0"/>
              <a:t> </a:t>
            </a:r>
            <a:r>
              <a:rPr lang="en-US" sz="1700" dirty="0" err="1"/>
              <a:t>nghiệp</a:t>
            </a:r>
            <a:r>
              <a:rPr lang="en-US" sz="1700" dirty="0"/>
              <a:t> </a:t>
            </a:r>
            <a:r>
              <a:rPr lang="en-US" sz="1700" dirty="0" err="1"/>
              <a:t>hữu</a:t>
            </a:r>
            <a:r>
              <a:rPr lang="en-US" sz="1700" dirty="0"/>
              <a:t> </a:t>
            </a:r>
            <a:r>
              <a:rPr lang="en-US" sz="1700" dirty="0" err="1"/>
              <a:t>cơ</a:t>
            </a:r>
            <a:r>
              <a:rPr lang="en-US" sz="1700" dirty="0"/>
              <a:t>: </a:t>
            </a:r>
            <a:r>
              <a:rPr lang="en-US" sz="1700" dirty="0" err="1"/>
              <a:t>là</a:t>
            </a:r>
            <a:r>
              <a:rPr lang="en-US" sz="1700" dirty="0"/>
              <a:t> </a:t>
            </a:r>
            <a:r>
              <a:rPr lang="en-US" sz="1700" dirty="0" err="1"/>
              <a:t>loài</a:t>
            </a:r>
            <a:r>
              <a:rPr lang="en-US" sz="1700" dirty="0"/>
              <a:t> </a:t>
            </a:r>
            <a:r>
              <a:rPr lang="en-US" sz="1700" dirty="0" err="1"/>
              <a:t>thiên</a:t>
            </a:r>
            <a:r>
              <a:rPr lang="en-US" sz="1700" dirty="0"/>
              <a:t> </a:t>
            </a:r>
            <a:r>
              <a:rPr lang="en-US" sz="1700" dirty="0" err="1"/>
              <a:t>địch</a:t>
            </a:r>
            <a:r>
              <a:rPr lang="en-US" sz="1700" dirty="0"/>
              <a:t>, </a:t>
            </a:r>
            <a:r>
              <a:rPr lang="en-US" sz="1700" dirty="0" err="1"/>
              <a:t>tiêu</a:t>
            </a:r>
            <a:r>
              <a:rPr lang="en-US" sz="1700" dirty="0"/>
              <a:t> </a:t>
            </a:r>
            <a:r>
              <a:rPr lang="en-US" sz="1700" dirty="0" err="1"/>
              <a:t>diệt</a:t>
            </a:r>
            <a:r>
              <a:rPr lang="en-US" sz="1700" dirty="0"/>
              <a:t> </a:t>
            </a:r>
            <a:r>
              <a:rPr lang="en-US" sz="1700" dirty="0" err="1"/>
              <a:t>các</a:t>
            </a:r>
            <a:r>
              <a:rPr lang="en-US" sz="1700" dirty="0"/>
              <a:t> </a:t>
            </a:r>
            <a:r>
              <a:rPr lang="en-US" sz="1700" dirty="0" err="1"/>
              <a:t>loài</a:t>
            </a:r>
            <a:r>
              <a:rPr lang="en-US" sz="1700" dirty="0"/>
              <a:t> </a:t>
            </a:r>
            <a:r>
              <a:rPr lang="en-US" sz="1700" dirty="0" err="1"/>
              <a:t>côn</a:t>
            </a:r>
            <a:r>
              <a:rPr lang="en-US" sz="1700" dirty="0"/>
              <a:t> </a:t>
            </a:r>
            <a:r>
              <a:rPr lang="en-US" sz="1700" dirty="0" err="1"/>
              <a:t>trùng</a:t>
            </a:r>
            <a:r>
              <a:rPr lang="en-US" sz="1700" dirty="0"/>
              <a:t> </a:t>
            </a:r>
            <a:r>
              <a:rPr lang="en-US" sz="1700" dirty="0" err="1"/>
              <a:t>gây</a:t>
            </a:r>
            <a:r>
              <a:rPr lang="en-US" sz="1700" dirty="0"/>
              <a:t> </a:t>
            </a:r>
            <a:r>
              <a:rPr lang="en-US" sz="1700" dirty="0" err="1"/>
              <a:t>hại</a:t>
            </a:r>
            <a:r>
              <a:rPr lang="en-US" sz="1700" dirty="0"/>
              <a:t> </a:t>
            </a:r>
            <a:r>
              <a:rPr lang="en-US" sz="1700" dirty="0" err="1"/>
              <a:t>giúp</a:t>
            </a:r>
            <a:r>
              <a:rPr lang="en-US" sz="1700" dirty="0"/>
              <a:t> </a:t>
            </a:r>
            <a:r>
              <a:rPr lang="en-US" sz="1700" dirty="0" err="1"/>
              <a:t>hạn</a:t>
            </a:r>
            <a:r>
              <a:rPr lang="en-US" sz="1700" dirty="0"/>
              <a:t> </a:t>
            </a:r>
            <a:r>
              <a:rPr lang="en-US" sz="1700" dirty="0" err="1"/>
              <a:t>chế</a:t>
            </a:r>
            <a:r>
              <a:rPr lang="en-US" sz="1700" dirty="0"/>
              <a:t> </a:t>
            </a:r>
            <a:r>
              <a:rPr lang="en-US" sz="1700" dirty="0" err="1"/>
              <a:t>việc</a:t>
            </a:r>
            <a:r>
              <a:rPr lang="en-US" sz="1700" dirty="0"/>
              <a:t> dung </a:t>
            </a:r>
            <a:r>
              <a:rPr lang="en-US" sz="1700" dirty="0" err="1"/>
              <a:t>hóa</a:t>
            </a:r>
            <a:r>
              <a:rPr lang="en-US" sz="1700" dirty="0"/>
              <a:t> </a:t>
            </a:r>
            <a:r>
              <a:rPr lang="en-US" sz="1700" dirty="0" err="1"/>
              <a:t>chất</a:t>
            </a:r>
            <a:r>
              <a:rPr lang="en-US" sz="1700" dirty="0"/>
              <a:t> </a:t>
            </a:r>
            <a:r>
              <a:rPr lang="en-US" sz="1700" dirty="0" err="1"/>
              <a:t>trong</a:t>
            </a:r>
            <a:r>
              <a:rPr lang="en-US" sz="1700" dirty="0"/>
              <a:t> </a:t>
            </a:r>
            <a:r>
              <a:rPr lang="en-US" sz="1700" dirty="0" err="1"/>
              <a:t>nông</a:t>
            </a:r>
            <a:r>
              <a:rPr lang="en-US" sz="1700" dirty="0"/>
              <a:t> </a:t>
            </a:r>
            <a:r>
              <a:rPr lang="en-US" sz="1700" dirty="0" err="1"/>
              <a:t>nghiệp</a:t>
            </a:r>
            <a:r>
              <a:rPr lang="en-US" sz="1700" dirty="0"/>
              <a:t>.</a:t>
            </a:r>
          </a:p>
          <a:p>
            <a:pPr>
              <a:lnSpc>
                <a:spcPct val="90000"/>
              </a:lnSpc>
            </a:pPr>
            <a:r>
              <a:rPr lang="en-US" sz="1700" dirty="0" err="1"/>
              <a:t>Chữa</a:t>
            </a:r>
            <a:r>
              <a:rPr lang="en-US" sz="1700" dirty="0"/>
              <a:t> </a:t>
            </a:r>
            <a:r>
              <a:rPr lang="en-US" sz="1700" dirty="0" err="1"/>
              <a:t>được</a:t>
            </a:r>
            <a:r>
              <a:rPr lang="en-US" sz="1700" dirty="0"/>
              <a:t> </a:t>
            </a:r>
            <a:r>
              <a:rPr lang="en-US" sz="1700" dirty="0" err="1"/>
              <a:t>nhiều</a:t>
            </a:r>
            <a:r>
              <a:rPr lang="en-US" sz="1700" dirty="0"/>
              <a:t> </a:t>
            </a:r>
            <a:r>
              <a:rPr lang="en-US" sz="1700" dirty="0" err="1"/>
              <a:t>mệnh</a:t>
            </a:r>
            <a:r>
              <a:rPr lang="en-US" sz="1700" dirty="0"/>
              <a:t> </a:t>
            </a:r>
            <a:r>
              <a:rPr lang="en-US" sz="1700" dirty="0" err="1"/>
              <a:t>như</a:t>
            </a:r>
            <a:r>
              <a:rPr lang="en-US" sz="1700" dirty="0"/>
              <a:t> </a:t>
            </a:r>
            <a:r>
              <a:rPr lang="en-US" sz="1700" dirty="0" err="1"/>
              <a:t>trào</a:t>
            </a:r>
            <a:r>
              <a:rPr lang="en-US" sz="1700" dirty="0"/>
              <a:t> </a:t>
            </a:r>
            <a:r>
              <a:rPr lang="en-US" sz="1700" dirty="0" err="1"/>
              <a:t>ngược</a:t>
            </a:r>
            <a:r>
              <a:rPr lang="en-US" sz="1700" dirty="0"/>
              <a:t> </a:t>
            </a:r>
            <a:r>
              <a:rPr lang="en-US" sz="1700" dirty="0" err="1"/>
              <a:t>dạ</a:t>
            </a:r>
            <a:r>
              <a:rPr lang="en-US" sz="1700" dirty="0"/>
              <a:t> </a:t>
            </a:r>
            <a:r>
              <a:rPr lang="en-US" sz="1700" dirty="0" err="1"/>
              <a:t>dày</a:t>
            </a:r>
            <a:r>
              <a:rPr lang="en-US" sz="1700" dirty="0"/>
              <a:t>, </a:t>
            </a:r>
            <a:r>
              <a:rPr lang="en-US" sz="1700" dirty="0" err="1"/>
              <a:t>làm</a:t>
            </a:r>
            <a:r>
              <a:rPr lang="en-US" sz="1700" dirty="0"/>
              <a:t> </a:t>
            </a:r>
            <a:r>
              <a:rPr lang="en-US" sz="1700" dirty="0" err="1"/>
              <a:t>dịu</a:t>
            </a:r>
            <a:r>
              <a:rPr lang="en-US" sz="1700" dirty="0"/>
              <a:t> </a:t>
            </a:r>
            <a:r>
              <a:rPr lang="en-US" sz="1700" dirty="0" err="1"/>
              <a:t>bệnh</a:t>
            </a:r>
            <a:r>
              <a:rPr lang="en-US" sz="1700" dirty="0"/>
              <a:t> </a:t>
            </a:r>
            <a:r>
              <a:rPr lang="en-US" sz="1700" dirty="0" err="1"/>
              <a:t>trĩ</a:t>
            </a:r>
            <a:r>
              <a:rPr lang="en-US" sz="1700" dirty="0"/>
              <a:t>, </a:t>
            </a:r>
            <a:r>
              <a:rPr lang="en-US" sz="1700" dirty="0" err="1"/>
              <a:t>vãy</a:t>
            </a:r>
            <a:r>
              <a:rPr lang="en-US" sz="1700" dirty="0"/>
              <a:t> </a:t>
            </a:r>
            <a:r>
              <a:rPr lang="en-US" sz="1700" dirty="0" err="1"/>
              <a:t>nến</a:t>
            </a:r>
            <a:r>
              <a:rPr lang="en-US" sz="1700" dirty="0"/>
              <a:t>, </a:t>
            </a:r>
            <a:r>
              <a:rPr lang="en-US" sz="1700" dirty="0" err="1"/>
              <a:t>điều</a:t>
            </a:r>
            <a:r>
              <a:rPr lang="en-US" sz="1700" dirty="0"/>
              <a:t> </a:t>
            </a:r>
            <a:r>
              <a:rPr lang="en-US" sz="1700" dirty="0" err="1"/>
              <a:t>trị</a:t>
            </a:r>
            <a:r>
              <a:rPr lang="en-US" sz="1700" dirty="0"/>
              <a:t> </a:t>
            </a:r>
            <a:r>
              <a:rPr lang="en-US" sz="1700" dirty="0" err="1"/>
              <a:t>đái</a:t>
            </a:r>
            <a:r>
              <a:rPr lang="en-US" sz="1700" dirty="0"/>
              <a:t> </a:t>
            </a:r>
            <a:r>
              <a:rPr lang="en-US" sz="1700" dirty="0" err="1"/>
              <a:t>tháo</a:t>
            </a:r>
            <a:r>
              <a:rPr lang="en-US" sz="1700" dirty="0"/>
              <a:t> </a:t>
            </a:r>
            <a:r>
              <a:rPr lang="en-US" sz="1700" dirty="0" err="1"/>
              <a:t>đường</a:t>
            </a:r>
            <a:endParaRPr lang="en-US" sz="1700" dirty="0"/>
          </a:p>
        </p:txBody>
      </p:sp>
      <p:pic>
        <p:nvPicPr>
          <p:cNvPr id="2052" name="Picture 4" descr="Sáp ong là gì? Sáp ong có tác dụng gì với việc chăm sóc da?">
            <a:extLst>
              <a:ext uri="{FF2B5EF4-FFF2-40B4-BE49-F238E27FC236}">
                <a16:creationId xmlns:a16="http://schemas.microsoft.com/office/drawing/2014/main" id="{A15119F9-02A6-4824-97AC-BDCC7C4BE550}"/>
              </a:ext>
            </a:extLst>
          </p:cNvPr>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395842" y="4459147"/>
            <a:ext cx="2999232" cy="1754550"/>
          </a:xfrm>
          <a:prstGeom prst="rect">
            <a:avLst/>
          </a:prstGeom>
          <a:noFill/>
          <a:extLst>
            <a:ext uri="{909E8E84-426E-40DD-AFC4-6F175D3DCCD1}">
              <a14:hiddenFill xmlns:a14="http://schemas.microsoft.com/office/drawing/2010/main">
                <a:solidFill>
                  <a:srgbClr val="FFFFFF"/>
                </a:solidFill>
              </a14:hiddenFill>
            </a:ext>
          </a:extLst>
        </p:spPr>
      </p:pic>
      <p:sp>
        <p:nvSpPr>
          <p:cNvPr id="83" name="Rectangle 82">
            <a:extLst>
              <a:ext uri="{FF2B5EF4-FFF2-40B4-BE49-F238E27FC236}">
                <a16:creationId xmlns:a16="http://schemas.microsoft.com/office/drawing/2014/main" id="{06D4E8B1-8402-470B-87EA-ED120C9673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3264" y="4152201"/>
            <a:ext cx="3324388" cy="2475408"/>
          </a:xfrm>
          <a:prstGeom prst="rect">
            <a:avLst/>
          </a:prstGeom>
          <a:no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Rectangle 84">
            <a:extLst>
              <a:ext uri="{FF2B5EF4-FFF2-40B4-BE49-F238E27FC236}">
                <a16:creationId xmlns:a16="http://schemas.microsoft.com/office/drawing/2014/main" id="{984C35A0-C86A-4F20-A8E1-ACBAEF5D89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692243" y="2871984"/>
            <a:ext cx="2722671" cy="3755625"/>
          </a:xfrm>
          <a:prstGeom prst="rect">
            <a:avLst/>
          </a:prstGeom>
          <a:no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4" name="Picture 6" descr="500g mật ong phấn hoa rừng ngon | Shopee Việt Nam">
            <a:extLst>
              <a:ext uri="{FF2B5EF4-FFF2-40B4-BE49-F238E27FC236}">
                <a16:creationId xmlns:a16="http://schemas.microsoft.com/office/drawing/2014/main" id="{302312D7-68D5-4598-8557-0558AE7B5849}"/>
              </a:ext>
            </a:extLst>
          </p:cNvPr>
          <p:cNvPicPr>
            <a:picLocks noChangeAspect="1" noChangeArrowheads="1"/>
          </p:cNvPicPr>
          <p:nvPr/>
        </p:nvPicPr>
        <p:blipFill>
          <a:blip r:embed="rId5">
            <a:extLst>
              <a:ext uri="{28A0092B-C50C-407E-A947-70E740481C1C}">
                <a14:useLocalDpi xmlns:a14="http://schemas.microsoft.com/office/drawing/2010/main" val="0"/>
              </a:ext>
            </a:extLst>
          </a:blip>
          <a:stretch>
            <a:fillRect/>
          </a:stretch>
        </p:blipFill>
        <p:spPr bwMode="auto">
          <a:xfrm>
            <a:off x="3859706" y="3555923"/>
            <a:ext cx="2387745" cy="2387745"/>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2BF56A55-BACC-423F-8499-CA6927D3042D}"/>
              </a:ext>
            </a:extLst>
          </p:cNvPr>
          <p:cNvSpPr txBox="1"/>
          <p:nvPr/>
        </p:nvSpPr>
        <p:spPr>
          <a:xfrm>
            <a:off x="792078" y="3376600"/>
            <a:ext cx="2206759" cy="369332"/>
          </a:xfrm>
          <a:prstGeom prst="rect">
            <a:avLst/>
          </a:prstGeom>
          <a:noFill/>
        </p:spPr>
        <p:txBody>
          <a:bodyPr wrap="square" rtlCol="0">
            <a:spAutoFit/>
          </a:bodyPr>
          <a:lstStyle/>
          <a:p>
            <a:pPr algn="ctr"/>
            <a:r>
              <a:rPr lang="en-US" dirty="0" err="1">
                <a:latin typeface="Times New Roman" panose="02020603050405020304" pitchFamily="18" charset="0"/>
                <a:cs typeface="Times New Roman" panose="02020603050405020304" pitchFamily="18" charset="0"/>
              </a:rPr>
              <a:t>Sữa</a:t>
            </a:r>
            <a:r>
              <a:rPr lang="en-US" dirty="0"/>
              <a:t> </a:t>
            </a:r>
            <a:r>
              <a:rPr lang="en-US" dirty="0" err="1"/>
              <a:t>ong</a:t>
            </a:r>
            <a:r>
              <a:rPr lang="en-US" dirty="0"/>
              <a:t> </a:t>
            </a:r>
            <a:r>
              <a:rPr lang="en-US" dirty="0" err="1"/>
              <a:t>chúa</a:t>
            </a:r>
            <a:endParaRPr lang="en-US" dirty="0"/>
          </a:p>
        </p:txBody>
      </p:sp>
      <p:sp>
        <p:nvSpPr>
          <p:cNvPr id="5" name="TextBox 4">
            <a:extLst>
              <a:ext uri="{FF2B5EF4-FFF2-40B4-BE49-F238E27FC236}">
                <a16:creationId xmlns:a16="http://schemas.microsoft.com/office/drawing/2014/main" id="{C3C00EA8-48C8-4E91-A05E-9EA7D4E21A67}"/>
              </a:ext>
            </a:extLst>
          </p:cNvPr>
          <p:cNvSpPr txBox="1"/>
          <p:nvPr/>
        </p:nvSpPr>
        <p:spPr>
          <a:xfrm>
            <a:off x="4264089" y="2278928"/>
            <a:ext cx="1577131" cy="369332"/>
          </a:xfrm>
          <a:prstGeom prst="rect">
            <a:avLst/>
          </a:prstGeom>
          <a:noFill/>
        </p:spPr>
        <p:txBody>
          <a:bodyPr wrap="square" rtlCol="0">
            <a:spAutoFit/>
          </a:bodyPr>
          <a:lstStyle/>
          <a:p>
            <a:pPr algn="ctr"/>
            <a:r>
              <a:rPr lang="en-US" dirty="0" err="1">
                <a:latin typeface="Times New Roman" panose="02020603050405020304" pitchFamily="18" charset="0"/>
                <a:cs typeface="Times New Roman" panose="02020603050405020304" pitchFamily="18" charset="0"/>
              </a:rPr>
              <a:t>Mật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ong</a:t>
            </a:r>
            <a:endParaRPr lang="en-US"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0FDEC218-7D4D-4E10-BAC7-F3558C67DEB4}"/>
              </a:ext>
            </a:extLst>
          </p:cNvPr>
          <p:cNvSpPr txBox="1"/>
          <p:nvPr/>
        </p:nvSpPr>
        <p:spPr>
          <a:xfrm>
            <a:off x="4230166" y="6188807"/>
            <a:ext cx="1611054" cy="369332"/>
          </a:xfrm>
          <a:prstGeom prst="rect">
            <a:avLst/>
          </a:prstGeom>
          <a:noFill/>
        </p:spPr>
        <p:txBody>
          <a:bodyPr wrap="square" rtlCol="0">
            <a:spAutoFit/>
          </a:bodyPr>
          <a:lstStyle/>
          <a:p>
            <a:pPr algn="ctr"/>
            <a:r>
              <a:rPr lang="en-US" dirty="0" err="1"/>
              <a:t>Phấn</a:t>
            </a:r>
            <a:r>
              <a:rPr lang="en-US" dirty="0"/>
              <a:t> </a:t>
            </a:r>
            <a:r>
              <a:rPr lang="en-US" dirty="0" err="1">
                <a:latin typeface="Times New Roman" panose="02020603050405020304" pitchFamily="18" charset="0"/>
                <a:cs typeface="Times New Roman" panose="02020603050405020304" pitchFamily="18" charset="0"/>
              </a:rPr>
              <a:t>hoa</a:t>
            </a:r>
            <a:endParaRPr lang="en-US"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A22B7F86-5953-496D-B551-D8DB633322A1}"/>
              </a:ext>
            </a:extLst>
          </p:cNvPr>
          <p:cNvSpPr txBox="1"/>
          <p:nvPr/>
        </p:nvSpPr>
        <p:spPr>
          <a:xfrm>
            <a:off x="1146497" y="6235987"/>
            <a:ext cx="1711354" cy="369332"/>
          </a:xfrm>
          <a:prstGeom prst="rect">
            <a:avLst/>
          </a:prstGeom>
          <a:noFill/>
        </p:spPr>
        <p:txBody>
          <a:bodyPr wrap="square" rtlCol="0">
            <a:spAutoFit/>
          </a:bodyPr>
          <a:lstStyle/>
          <a:p>
            <a:pPr algn="ctr"/>
            <a:r>
              <a:rPr lang="en-US" dirty="0" err="1"/>
              <a:t>Sáp</a:t>
            </a:r>
            <a:r>
              <a:rPr lang="en-US" dirty="0"/>
              <a:t> </a:t>
            </a:r>
            <a:r>
              <a:rPr lang="en-US" dirty="0" err="1">
                <a:latin typeface="Times New Roman" panose="02020603050405020304" pitchFamily="18" charset="0"/>
                <a:cs typeface="Times New Roman" panose="02020603050405020304" pitchFamily="18" charset="0"/>
              </a:rPr>
              <a:t>ong</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122357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 name="Rectangle 70">
            <a:extLst>
              <a:ext uri="{FF2B5EF4-FFF2-40B4-BE49-F238E27FC236}">
                <a16:creationId xmlns:a16="http://schemas.microsoft.com/office/drawing/2014/main" id="{43047B46-4F2F-4746-8B82-B30EAAAE03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866" y="0"/>
            <a:ext cx="63443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Rectangle 72">
            <a:extLst>
              <a:ext uri="{FF2B5EF4-FFF2-40B4-BE49-F238E27FC236}">
                <a16:creationId xmlns:a16="http://schemas.microsoft.com/office/drawing/2014/main" id="{A54E8A8E-D194-4D55-92A3-6B0799722E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43024" y="253548"/>
            <a:ext cx="5851795" cy="6384816"/>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sp>
      <p:pic>
        <p:nvPicPr>
          <p:cNvPr id="3074" name="Picture 2" descr="Hình ảnh Ong Ong Q Phiên Bản Q Phiên Bản Của Ong đáng Yêu, Dễ Thương Con  Ong, Hoạt Hình, Phim Hoạt Hình Ong Vector và PNG với nền trong suốt để">
            <a:extLst>
              <a:ext uri="{FF2B5EF4-FFF2-40B4-BE49-F238E27FC236}">
                <a16:creationId xmlns:a16="http://schemas.microsoft.com/office/drawing/2014/main" id="{CD936DD4-6456-4844-ABAC-7C1F433B82E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639" r="4662" b="-2"/>
          <a:stretch/>
        </p:blipFill>
        <p:spPr bwMode="auto">
          <a:xfrm>
            <a:off x="407432" y="419292"/>
            <a:ext cx="5522976" cy="6053328"/>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75DBDB07-9023-4AC6-AA82-BAA9E355D0B7}"/>
              </a:ext>
            </a:extLst>
          </p:cNvPr>
          <p:cNvSpPr/>
          <p:nvPr/>
        </p:nvSpPr>
        <p:spPr>
          <a:xfrm>
            <a:off x="7389658" y="1918711"/>
            <a:ext cx="3570208" cy="923330"/>
          </a:xfrm>
          <a:prstGeom prst="rect">
            <a:avLst/>
          </a:prstGeom>
          <a:noFill/>
        </p:spPr>
        <p:txBody>
          <a:bodyPr wrap="none" lIns="91440" tIns="45720" rIns="91440" bIns="45720">
            <a:spAutoFit/>
          </a:bodyPr>
          <a:lstStyle/>
          <a:p>
            <a:pPr algn="ctr"/>
            <a:r>
              <a:rPr lang="en-US" sz="5400" b="1" dirty="0">
                <a:ln w="22225">
                  <a:solidFill>
                    <a:schemeClr val="accent2"/>
                  </a:solidFill>
                  <a:prstDash val="solid"/>
                </a:ln>
                <a:solidFill>
                  <a:schemeClr val="accent2">
                    <a:lumMod val="40000"/>
                    <a:lumOff val="60000"/>
                  </a:schemeClr>
                </a:solidFill>
                <a:latin typeface="Times New Roman" panose="02020603050405020304" pitchFamily="18" charset="0"/>
                <a:cs typeface="Times New Roman" panose="02020603050405020304" pitchFamily="18" charset="0"/>
              </a:rPr>
              <a:t>Thank you </a:t>
            </a:r>
          </a:p>
        </p:txBody>
      </p:sp>
    </p:spTree>
    <p:extLst>
      <p:ext uri="{BB962C8B-B14F-4D97-AF65-F5344CB8AC3E}">
        <p14:creationId xmlns:p14="http://schemas.microsoft.com/office/powerpoint/2010/main" val="383035516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avon">
  <a:themeElements>
    <a:clrScheme name="Savon">
      <a:dk1>
        <a:sysClr val="windowText" lastClr="000000"/>
      </a:dk1>
      <a:lt1>
        <a:sysClr val="window" lastClr="FFFFFF"/>
      </a:lt1>
      <a:dk2>
        <a:srgbClr val="1485A4"/>
      </a:dk2>
      <a:lt2>
        <a:srgbClr val="E3DED1"/>
      </a:lt2>
      <a:accent1>
        <a:srgbClr val="1CADE4"/>
      </a:accent1>
      <a:accent2>
        <a:srgbClr val="2683C6"/>
      </a:accent2>
      <a:accent3>
        <a:srgbClr val="27CED7"/>
      </a:accent3>
      <a:accent4>
        <a:srgbClr val="42BA97"/>
      </a:accent4>
      <a:accent5>
        <a:srgbClr val="3E8853"/>
      </a:accent5>
      <a:accent6>
        <a:srgbClr val="62A39F"/>
      </a:accent6>
      <a:hlink>
        <a:srgbClr val="F49100"/>
      </a:hlink>
      <a:folHlink>
        <a:srgbClr val="739D9B"/>
      </a:folHlink>
    </a:clrScheme>
    <a:fontScheme name="Savon">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Savon">
      <a:fillStyleLst>
        <a:solidFill>
          <a:schemeClr val="phClr"/>
        </a:solidFill>
        <a:gradFill rotWithShape="1">
          <a:gsLst>
            <a:gs pos="0">
              <a:schemeClr val="phClr">
                <a:tint val="60000"/>
                <a:satMod val="105000"/>
                <a:lumMod val="105000"/>
              </a:schemeClr>
            </a:gs>
            <a:gs pos="100000">
              <a:schemeClr val="phClr">
                <a:tint val="65000"/>
                <a:satMod val="100000"/>
                <a:lumMod val="100000"/>
              </a:schemeClr>
            </a:gs>
            <a:gs pos="100000">
              <a:schemeClr val="phClr">
                <a:tint val="70000"/>
                <a:satMod val="100000"/>
                <a:lumMod val="100000"/>
              </a:schemeClr>
            </a:gs>
          </a:gsLst>
          <a:lin ang="5400000" scaled="0"/>
        </a:gradFill>
        <a:gradFill rotWithShape="1">
          <a:gsLst>
            <a:gs pos="0">
              <a:schemeClr val="phClr">
                <a:satMod val="100000"/>
                <a:lumMod val="100000"/>
              </a:schemeClr>
            </a:gs>
            <a:gs pos="50000">
              <a:schemeClr val="phClr">
                <a:shade val="99000"/>
                <a:satMod val="105000"/>
                <a:lumMod val="100000"/>
              </a:schemeClr>
            </a:gs>
            <a:gs pos="100000">
              <a:schemeClr val="phClr">
                <a:shade val="98000"/>
                <a:satMod val="105000"/>
                <a:lumMod val="100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38100" dist="12700" dir="5400000" algn="ctr" rotWithShape="0">
              <a:srgbClr val="000000">
                <a:alpha val="63000"/>
              </a:srgbClr>
            </a:outerShdw>
          </a:effectLst>
        </a:effectStyle>
        <a:effectStyle>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a:effectStyle>
      </a:effectStyleLst>
      <a:bgFillStyleLst>
        <a:solidFill>
          <a:schemeClr val="phClr"/>
        </a:solidFill>
        <a:gradFill rotWithShape="1">
          <a:gsLst>
            <a:gs pos="0">
              <a:schemeClr val="phClr">
                <a:tint val="90000"/>
                <a:shade val="92000"/>
                <a:satMod val="160000"/>
              </a:schemeClr>
            </a:gs>
            <a:gs pos="77000">
              <a:schemeClr val="phClr">
                <a:tint val="100000"/>
                <a:shade val="73000"/>
                <a:satMod val="155000"/>
              </a:schemeClr>
            </a:gs>
            <a:gs pos="100000">
              <a:schemeClr val="phClr">
                <a:tint val="100000"/>
                <a:shade val="67000"/>
                <a:satMod val="145000"/>
              </a:schemeClr>
            </a:gs>
          </a:gsLst>
          <a:lin ang="5400000" scaled="0"/>
        </a:gradFill>
        <a:blipFill rotWithShape="1">
          <a:blip xmlns:r="http://schemas.openxmlformats.org/officeDocument/2006/relationships" r:embed="rId1">
            <a:duotone>
              <a:schemeClr val="phClr">
                <a:tint val="95000"/>
              </a:schemeClr>
              <a:schemeClr val="phClr">
                <a:shade val="92000"/>
                <a:satMod val="115000"/>
              </a:schemeClr>
            </a:duotone>
          </a:blip>
          <a:tile tx="0" ty="0" sx="60000" sy="60000" flip="none" algn="tl"/>
        </a:blipFill>
      </a:bgFillStyleLst>
    </a:fmtScheme>
  </a:themeElements>
  <a:objectDefaults/>
  <a:extraClrSchemeLst/>
  <a:extLst>
    <a:ext uri="{05A4C25C-085E-4340-85A3-A5531E510DB2}">
      <thm15:themeFamily xmlns:thm15="http://schemas.microsoft.com/office/thememl/2012/main" name="Savon" id="{1306E473-ED32-493B-A2D0-240A757EDD34}" vid="{C20BADFE-D095-436F-9677-9264042809F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0D3BD13F80A0DB4DB90BF6175649CEA2" ma:contentTypeVersion="0" ma:contentTypeDescription="Create a new document." ma:contentTypeScope="" ma:versionID="8e50528ab35124f3013aa1b8e0ce95e8">
  <xsd:schema xmlns:xsd="http://www.w3.org/2001/XMLSchema" xmlns:xs="http://www.w3.org/2001/XMLSchema" xmlns:p="http://schemas.microsoft.com/office/2006/metadata/properties" targetNamespace="http://schemas.microsoft.com/office/2006/metadata/properties" ma:root="true" ma:fieldsID="0f4cae8aed989970fad7ea5d2d1fe3e9">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288BA11D-FAE3-4ED9-9BD4-530517509B38}">
  <ds:schemaRefs>
    <ds:schemaRef ds:uri="http://schemas.microsoft.com/sharepoint/v3/contenttype/forms"/>
  </ds:schemaRefs>
</ds:datastoreItem>
</file>

<file path=customXml/itemProps2.xml><?xml version="1.0" encoding="utf-8"?>
<ds:datastoreItem xmlns:ds="http://schemas.openxmlformats.org/officeDocument/2006/customXml" ds:itemID="{A2695718-9CD8-4CC5-85A0-0DEF0B79AAD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3.xml><?xml version="1.0" encoding="utf-8"?>
<ds:datastoreItem xmlns:ds="http://schemas.openxmlformats.org/officeDocument/2006/customXml" ds:itemID="{AC4A109D-62C9-49DB-88C5-2CE8C55BD3C9}">
  <ds:schemaRefs>
    <ds:schemaRef ds:uri="http://purl.org/dc/terms/"/>
    <ds:schemaRef ds:uri="http://schemas.openxmlformats.org/package/2006/metadata/core-properties"/>
    <ds:schemaRef ds:uri="http://schemas.microsoft.com/office/2006/documentManagement/types"/>
    <ds:schemaRef ds:uri="http://schemas.microsoft.com/office/infopath/2007/PartnerControls"/>
    <ds:schemaRef ds:uri="http://purl.org/dc/elements/1.1/"/>
    <ds:schemaRef ds:uri="http://schemas.microsoft.com/office/2006/metadata/properties"/>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otalTime>2</TotalTime>
  <Words>181</Words>
  <Application>Microsoft Office PowerPoint</Application>
  <PresentationFormat>Widescreen</PresentationFormat>
  <Paragraphs>12</Paragraphs>
  <Slides>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vt:i4>
      </vt:variant>
    </vt:vector>
  </HeadingPairs>
  <TitlesOfParts>
    <vt:vector size="10" baseType="lpstr">
      <vt:lpstr>Calibri</vt:lpstr>
      <vt:lpstr>Century Gothic</vt:lpstr>
      <vt:lpstr>Garamond</vt:lpstr>
      <vt:lpstr>Times New Roman</vt:lpstr>
      <vt:lpstr>Verdana</vt:lpstr>
      <vt:lpstr>Savon</vt:lpstr>
      <vt:lpstr>PowerPoint Presentation</vt:lpstr>
      <vt:lpstr>Những lợi ích của ong mang lại cho đời sống con người:</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NGUYỄN HOÀNG MINH KHOA</dc:creator>
  <cp:lastModifiedBy>NGUYỄN HOÀNG MINH KHOA</cp:lastModifiedBy>
  <cp:revision>6</cp:revision>
  <dcterms:created xsi:type="dcterms:W3CDTF">2020-11-14T12:02:35Z</dcterms:created>
  <dcterms:modified xsi:type="dcterms:W3CDTF">2020-11-15T02:39:01Z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0x0101000D3BD13F80A0DB4DB90BF6175649CEA2</vt:lpwstr>
  </property>
</Properties>
</file>